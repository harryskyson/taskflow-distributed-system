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1" r:id="rId4"/>
    <p:sldMasterId id="214748371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Poppins"/>
      <p:regular r:id="rId26"/>
      <p:bold r:id="rId27"/>
      <p:italic r:id="rId28"/>
      <p:boldItalic r:id="rId29"/>
    </p:embeddedFont>
    <p:embeddedFont>
      <p:font typeface="Urbanist Medium"/>
      <p:regular r:id="rId30"/>
      <p:bold r:id="rId31"/>
      <p:italic r:id="rId32"/>
      <p:boldItalic r:id="rId33"/>
    </p:embeddedFont>
    <p:embeddedFont>
      <p:font typeface="Urbanist"/>
      <p:regular r:id="rId34"/>
      <p:bold r:id="rId35"/>
      <p:italic r:id="rId36"/>
      <p:boldItalic r:id="rId37"/>
    </p:embeddedFont>
    <p:embeddedFont>
      <p:font typeface="Poppins SemiBold"/>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39" Type="http://schemas.openxmlformats.org/officeDocument/2006/relationships/font" Target="fonts/PoppinsSemiBold-bold.fntdata"/><Relationship Id="rId26" Type="http://schemas.openxmlformats.org/officeDocument/2006/relationships/font" Target="fonts/Poppins-regular.fntdata"/><Relationship Id="rId13" Type="http://schemas.openxmlformats.org/officeDocument/2006/relationships/slide" Target="slides/slide7.xml"/><Relationship Id="rId18" Type="http://schemas.openxmlformats.org/officeDocument/2006/relationships/slide" Target="slides/slide12.xml"/><Relationship Id="rId34" Type="http://schemas.openxmlformats.org/officeDocument/2006/relationships/font" Target="fonts/Urbanist-regular.fntdata"/><Relationship Id="rId21" Type="http://schemas.openxmlformats.org/officeDocument/2006/relationships/slide" Target="slides/slide15.xml"/><Relationship Id="rId42" Type="http://schemas.openxmlformats.org/officeDocument/2006/relationships/customXml" Target="../customXml/item1.xml"/><Relationship Id="rId7" Type="http://schemas.openxmlformats.org/officeDocument/2006/relationships/slide" Target="slides/slide1.xml"/><Relationship Id="rId41" Type="http://schemas.openxmlformats.org/officeDocument/2006/relationships/font" Target="fonts/PoppinsSemiBold-boldItalic.fntdata"/><Relationship Id="rId2" Type="http://schemas.openxmlformats.org/officeDocument/2006/relationships/viewProps" Target="viewProps.xml"/><Relationship Id="rId20" Type="http://schemas.openxmlformats.org/officeDocument/2006/relationships/slide" Target="slides/slide14.xml"/><Relationship Id="rId29" Type="http://schemas.openxmlformats.org/officeDocument/2006/relationships/font" Target="fonts/Poppins-boldItalic.fntdata"/><Relationship Id="rId16" Type="http://schemas.openxmlformats.org/officeDocument/2006/relationships/slide" Target="slides/slide10.xml"/><Relationship Id="rId40" Type="http://schemas.openxmlformats.org/officeDocument/2006/relationships/font" Target="fonts/PoppinsSemiBold-italic.fntdata"/><Relationship Id="rId1" Type="http://schemas.openxmlformats.org/officeDocument/2006/relationships/theme" Target="theme/theme3.xml"/><Relationship Id="rId6" Type="http://schemas.openxmlformats.org/officeDocument/2006/relationships/notesMaster" Target="notesMasters/notesMaster1.xml"/><Relationship Id="rId32" Type="http://schemas.openxmlformats.org/officeDocument/2006/relationships/font" Target="fonts/UrbanistMedium-italic.fntdata"/><Relationship Id="rId37" Type="http://schemas.openxmlformats.org/officeDocument/2006/relationships/font" Target="fonts/Urbanist-boldItalic.fntdata"/><Relationship Id="rId24" Type="http://schemas.openxmlformats.org/officeDocument/2006/relationships/slide" Target="slides/slide18.xml"/><Relationship Id="rId11" Type="http://schemas.openxmlformats.org/officeDocument/2006/relationships/slide" Target="slides/slide5.xml"/><Relationship Id="rId5" Type="http://schemas.openxmlformats.org/officeDocument/2006/relationships/slideMaster" Target="slideMasters/slideMaster2.xml"/><Relationship Id="rId36" Type="http://schemas.openxmlformats.org/officeDocument/2006/relationships/font" Target="fonts/Urbanist-italic.fntdata"/><Relationship Id="rId23" Type="http://schemas.openxmlformats.org/officeDocument/2006/relationships/slide" Target="slides/slide17.xml"/><Relationship Id="rId28" Type="http://schemas.openxmlformats.org/officeDocument/2006/relationships/font" Target="fonts/Poppins-italic.fntdata"/><Relationship Id="rId15" Type="http://schemas.openxmlformats.org/officeDocument/2006/relationships/slide" Target="slides/slide9.xml"/><Relationship Id="rId31" Type="http://schemas.openxmlformats.org/officeDocument/2006/relationships/font" Target="fonts/UrbanistMedium-bold.fntdata"/><Relationship Id="rId10" Type="http://schemas.openxmlformats.org/officeDocument/2006/relationships/slide" Target="slides/slide4.xml"/><Relationship Id="rId19" Type="http://schemas.openxmlformats.org/officeDocument/2006/relationships/slide" Target="slides/slide13.xml"/><Relationship Id="rId44" Type="http://schemas.openxmlformats.org/officeDocument/2006/relationships/customXml" Target="../customXml/item3.xml"/><Relationship Id="rId4" Type="http://schemas.openxmlformats.org/officeDocument/2006/relationships/slideMaster" Target="slideMasters/slideMaster1.xml"/><Relationship Id="rId9" Type="http://schemas.openxmlformats.org/officeDocument/2006/relationships/slide" Target="slides/slide3.xml"/><Relationship Id="rId30" Type="http://schemas.openxmlformats.org/officeDocument/2006/relationships/font" Target="fonts/UrbanistMedium-regular.fntdata"/><Relationship Id="rId35" Type="http://schemas.openxmlformats.org/officeDocument/2006/relationships/font" Target="fonts/Urbanist-bold.fntdata"/><Relationship Id="rId22" Type="http://schemas.openxmlformats.org/officeDocument/2006/relationships/slide" Target="slides/slide16.xml"/><Relationship Id="rId27" Type="http://schemas.openxmlformats.org/officeDocument/2006/relationships/font" Target="fonts/Poppins-bold.fntdata"/><Relationship Id="rId14" Type="http://schemas.openxmlformats.org/officeDocument/2006/relationships/slide" Target="slides/slide8.xml"/><Relationship Id="rId43" Type="http://schemas.openxmlformats.org/officeDocument/2006/relationships/customXml" Target="../customXml/item2.xml"/><Relationship Id="rId8" Type="http://schemas.openxmlformats.org/officeDocument/2006/relationships/slide" Target="slides/slide2.xml"/><Relationship Id="rId3" Type="http://schemas.openxmlformats.org/officeDocument/2006/relationships/presProps" Target="presProps.xml"/><Relationship Id="rId33" Type="http://schemas.openxmlformats.org/officeDocument/2006/relationships/font" Target="fonts/UrbanistMedium-boldItalic.fntdata"/><Relationship Id="rId38" Type="http://schemas.openxmlformats.org/officeDocument/2006/relationships/font" Target="fonts/PoppinsSemiBold-regular.fntdata"/><Relationship Id="rId25" Type="http://schemas.openxmlformats.org/officeDocument/2006/relationships/slide" Target="slides/slide19.xml"/><Relationship Id="rId12" Type="http://schemas.openxmlformats.org/officeDocument/2006/relationships/slide" Target="slides/slide6.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8d9929ddf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38d9929ddf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8d9929ddf7_0_1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8d9929ddf7_0_1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успіх будь-якої системи залежить не лише від коду, а насамперед від архітектури — того, як цей код організований, як взаємодіють його частини, і наскільки легко система може масштабуватися, оновлюватися та витримувати навантаження.</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Архітектура визначає:</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структуру застосунку;</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спосіб комунікації між його компонентами;</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гнучкість змін і розширень;</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стабільність та ефективність під час росту системи.</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Сьогодні ми розглянемо найпоширеніші архітектурні підходи — від класичних монолітів до сучасних мікросервісів і подійно-орієнтованих систем.</a:t>
            </a:r>
            <a:endParaRPr/>
          </a:p>
          <a:p>
            <a:pPr indent="0" lvl="0" marL="0" rtl="0" algn="l">
              <a:spcBef>
                <a:spcPts val="0"/>
              </a:spcBef>
              <a:spcAft>
                <a:spcPts val="0"/>
              </a:spcAft>
              <a:buNone/>
            </a:pPr>
            <a:r>
              <a:rPr lang="en"/>
              <a:t>Порівняємо їхні переваги, недоліки та сфери застосування, щоб зрозуміти, яка архітектура найкраще підходить для конкретного типу проєкту.</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8d9929ddf7_0_1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8d9929ddf7_0_1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Приклад: класичні веб-додатки (Spring MVC, ASP.NET MVC).</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8d9929ddf7_0_1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38d9929ddf7_0_1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Приклад: класичні веб-додатки (Spring MVC, ASP.NET MVC).</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8d9929ddf7_0_1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38d9929ddf7_0_1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Приклад: класичні веб-додатки (Spring MVC, ASP.NET MVC).</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8d9929ddf7_0_1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8d9929ddf7_0_1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Приклад: Netflix, Amazon, Uber.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8d9929ddf7_0_1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8d9929ddf7_0_1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Mashups are applications that combine data from multiple sources, while SOA (Service-Oriented Architecture) is a software design model for building applications using services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8d9929ddf7_0_1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8d9929ddf7_0_1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Cold Starts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Що це:</a:t>
            </a:r>
            <a:endParaRPr/>
          </a:p>
          <a:p>
            <a:pPr indent="0" lvl="0" marL="0" rtl="0" algn="l">
              <a:spcBef>
                <a:spcPts val="0"/>
              </a:spcBef>
              <a:spcAft>
                <a:spcPts val="0"/>
              </a:spcAft>
              <a:buNone/>
            </a:pPr>
            <a:r>
              <a:rPr lang="en"/>
              <a:t>Коли функція або контейнер у хмарі (наприклад AWS Lambda, Google Cloud Functions) виконується непостійно, тобто тільки коли надходить запит, то після певного часу бездіяльності платформа вивантажує її з пам’яті, щоб зекономити ресурси.</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Наступного разу, коли запит знову прийде, середовище потрібно заново ініціалізувати:</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запустити контейнер,</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завантажити код,</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підключити залежності,</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виконати ініціалізацію.</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Цей процес займає декілька сотень мілісекунд або навіть секунд, і саме це називається cold start — «холодний старт».</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Проблема: перший запит після простою обробляється повільніше.</a:t>
            </a:r>
            <a:endParaRPr/>
          </a:p>
          <a:p>
            <a:pPr indent="0" lvl="0" marL="0" rtl="0" algn="l">
              <a:spcBef>
                <a:spcPts val="0"/>
              </a:spcBef>
              <a:spcAft>
                <a:spcPts val="0"/>
              </a:spcAft>
              <a:buNone/>
            </a:pPr>
            <a:r>
              <a:rPr lang="en"/>
              <a:t>Рішення:</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Використовувати warm-up (регулярні запити для підтримки функції “теплою”);</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Використовувати менше залежностей, менші runtime-и (наприклад Go замість Node.js).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Vendor Lock-in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Що це:</a:t>
            </a:r>
            <a:endParaRPr/>
          </a:p>
          <a:p>
            <a:pPr indent="0" lvl="0" marL="0" rtl="0" algn="l">
              <a:spcBef>
                <a:spcPts val="0"/>
              </a:spcBef>
              <a:spcAft>
                <a:spcPts val="0"/>
              </a:spcAft>
              <a:buNone/>
            </a:pPr>
            <a:r>
              <a:rPr lang="en"/>
              <a:t>Ситуація, коли ваш застосунок надто залежить від конкретного хмарного провайдера (AWS, Azure, GCP тощо) через використання його специфічних сервісів, API або інфраструктури.</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Приклад:</a:t>
            </a:r>
            <a:endParaRPr/>
          </a:p>
          <a:p>
            <a:pPr indent="0" lvl="0" marL="0" rtl="0" algn="l">
              <a:spcBef>
                <a:spcPts val="0"/>
              </a:spcBef>
              <a:spcAft>
                <a:spcPts val="0"/>
              </a:spcAft>
              <a:buNone/>
            </a:pPr>
            <a:r>
              <a:rPr lang="en"/>
              <a:t>Ви побудували систему на AWS Lambda, яка використовує:</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AWS S3 (зберігання файлів),</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AWS DynamoDB (база даних),</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AWS Step Functions (оркестрація).</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Перенести це на Google Cloud чи Azure буде складно, бо треба переписувати частину логіки або змінювати API.</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Проблема:</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Залежність від одного постачальника,</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Важче перейти на дешевшого або кращого,</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Може обмежити архітектурну гнучкість.</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Рішення:</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Використовувати vendor-neutral інтерфейси (наприклад OpenFaaS, Knative, Terraform),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Мінімізувати використання специфічних API.</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8d9929ddf7_0_1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38d9929ddf7_0_1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Приклад: Netflix, Amazon, Uber.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8d9929ddf7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8d9929ddf7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Черги повідомлень забезпечують асинхронний зв'язок між компонентами системи, діючи як буфери, що відокремлюють постачальників (відправників) від споживачів (одержувачів). Це покращує масштабованість, відмовостійкість та балансування навантаження, дозволяючи системам працювати навіть тоді, коли компоненти затримуються або недоступні.</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8d9929ddf7_0_1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38d9929ddf7_0_1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Черга — це рядок об’єктів, що очікують на обробку, у послідовному порядку, починаючи з початку рядка. Черга повідомлень — це черга повідомлень, що надсилаються між програмами. Вона містить послідовність робочих об’єктів, що очікують на обробку.</a:t>
            </a:r>
            <a:endParaRPr/>
          </a:p>
          <a:p>
            <a:pPr indent="0" lvl="0" marL="0" rtl="0" algn="l">
              <a:spcBef>
                <a:spcPts val="0"/>
              </a:spcBef>
              <a:spcAft>
                <a:spcPts val="0"/>
              </a:spcAft>
              <a:buClr>
                <a:schemeClr val="dk1"/>
              </a:buClr>
              <a:buSzPts val="1100"/>
              <a:buFont typeface="Arial"/>
              <a:buNone/>
            </a:pPr>
            <a:r>
              <a:rPr lang="en"/>
              <a:t>Повідомлення — це дані, що передаються між програмою-відправником та програмою-отримувачем; це, по суті, масив байтів із деякими заголовками зверху. Прикладом повідомлення може бути подія. Одна програма повідомляє іншій програмі розпочати обробку певного завдання через чергу.</a:t>
            </a:r>
            <a:endParaRPr/>
          </a:p>
          <a:p>
            <a:pPr indent="0" lvl="0" marL="0" rtl="0" algn="l">
              <a:spcBef>
                <a:spcPts val="0"/>
              </a:spcBef>
              <a:spcAft>
                <a:spcPts val="0"/>
              </a:spcAft>
              <a:buClr>
                <a:schemeClr val="dk1"/>
              </a:buClr>
              <a:buSzPts val="1100"/>
              <a:buFont typeface="Arial"/>
              <a:buNone/>
            </a:pPr>
            <a:r>
              <a:rPr lang="en"/>
              <a:t>Базова архітектура черги повідомлень проста: існують клієнтські програми, які називаються продуцентами, що створюють повідомлення та доставляють їх до черги повідомлень. Інша програма, яка називається споживачем, підключається до черги та отримує повідомлення для обробки. Повідомлення, розміщені в черзі, зберігаються, доки споживач не отримає їх.</a:t>
            </a:r>
            <a:endParaRPr/>
          </a:p>
          <a:p>
            <a:pPr indent="0" lvl="0" marL="0" rtl="0" algn="l">
              <a:spcBef>
                <a:spcPts val="0"/>
              </a:spcBef>
              <a:spcAft>
                <a:spcPts val="0"/>
              </a:spcAft>
              <a:buClr>
                <a:schemeClr val="dk1"/>
              </a:buClr>
              <a:buSzPts val="1100"/>
              <a:buFont typeface="Arial"/>
              <a:buNone/>
            </a:pPr>
            <a:r>
              <a:rPr lang="en"/>
              <a:t>Черга може забезпечити захист від перебоїв у роботі та збоїв.</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8d9929ddf7_0_1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8d9929ddf7_0_1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майже не виконувати роботу в consumer (лише планувати завдання) та повідомляти користувача, що завдання буде виконано офлайн, зазвичай за допомогою механізму опитування для оновлення інтерфейсу після завершення завдання (наприклад, налаштування нової віртуальної машини на Slicehost відбувається за цією схемою),</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або</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виконувати достатньо роботи в режимі реального часу, щоб користувачеві здавалося, що завдання завершено, та зав’язувати невирішені питання після цього (публікування повідомлення в Twitter або Facebook, ймовірно, відбувається за цією схемою, оновлюючи твіт/повідомлення у вашій стрічці, але оновлюючи стрічки ваших підписників поза смугою; просто неможливо оновити всіх підписників для Scobleizer у режимі реального часу).</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8d9929ddf7_0_1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38d9929ddf7_0_1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У мікросервісній архітектурі існують різні функціональні можливості, розділені між різними сервісами, які пропонують різні можливості. Ці сервіси об'єднані разом, утворюючи повноцінний програмний додаток.</a:t>
            </a:r>
            <a:endParaRPr/>
          </a:p>
          <a:p>
            <a:pPr indent="0" lvl="0" marL="0" rtl="0" algn="l">
              <a:spcBef>
                <a:spcPts val="0"/>
              </a:spcBef>
              <a:spcAft>
                <a:spcPts val="0"/>
              </a:spcAft>
              <a:buNone/>
            </a:pPr>
            <a:r>
              <a:rPr lang="en"/>
              <a:t>Як правило, в мікросервісній архітектурі існують перехресні залежності, що означає, що жоден окремий сервіс не може виконувати свої функції без допомоги інших сервісів. Саме тут для вашої системи критично важливо мати механізм, який дозволяє сервісам підтримувати зв'язок один з одним, не блокуючись відповідями.</a:t>
            </a:r>
            <a:endParaRPr/>
          </a:p>
          <a:p>
            <a:pPr indent="0" lvl="0" marL="0" rtl="0" algn="l">
              <a:spcBef>
                <a:spcPts val="0"/>
              </a:spcBef>
              <a:spcAft>
                <a:spcPts val="0"/>
              </a:spcAft>
              <a:buNone/>
            </a:pPr>
            <a:r>
              <a:rPr lang="en"/>
              <a:t>Черга повідомлень виконує цю мету, надаючи сервісам засоби для асинхронного переміщення повідомлень до черги та забезпечення їх доставки до правильного місця призначення. Щоб реалізувати чергу повідомлень між сервісами, вам потрібен брокер повідомлень, уявіть його як листоношу, який приймає пошту від відправника та доставляє її до правильного місця призначення.</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8d9929ddf7_0_1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38d9929ddf7_0_1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Один із найпоширеніших брокерів повідомлень</a:t>
            </a:r>
            <a:endParaRPr/>
          </a:p>
          <a:p>
            <a:pPr indent="0" lvl="0" marL="0" rtl="0" algn="l">
              <a:spcBef>
                <a:spcPts val="0"/>
              </a:spcBef>
              <a:spcAft>
                <a:spcPts val="0"/>
              </a:spcAft>
              <a:buNone/>
            </a:pPr>
            <a:r>
              <a:rPr lang="en"/>
              <a:t>Складається з:</a:t>
            </a:r>
            <a:endParaRPr/>
          </a:p>
          <a:p>
            <a:pPr indent="0" lvl="0" marL="0" rtl="0" algn="l">
              <a:spcBef>
                <a:spcPts val="0"/>
              </a:spcBef>
              <a:spcAft>
                <a:spcPts val="0"/>
              </a:spcAft>
              <a:buNone/>
            </a:pPr>
            <a:r>
              <a:rPr lang="en"/>
              <a:t>producer — клієнт, який створює повідомлення</a:t>
            </a:r>
            <a:endParaRPr/>
          </a:p>
          <a:p>
            <a:pPr indent="0" lvl="0" marL="0" rtl="0" algn="l">
              <a:spcBef>
                <a:spcPts val="0"/>
              </a:spcBef>
              <a:spcAft>
                <a:spcPts val="0"/>
              </a:spcAft>
              <a:buNone/>
            </a:pPr>
            <a:r>
              <a:rPr lang="en"/>
              <a:t>consumer — отримує повідомлення</a:t>
            </a:r>
            <a:endParaRPr/>
          </a:p>
          <a:p>
            <a:pPr indent="0" lvl="0" marL="0" rtl="0" algn="l">
              <a:spcBef>
                <a:spcPts val="0"/>
              </a:spcBef>
              <a:spcAft>
                <a:spcPts val="0"/>
              </a:spcAft>
              <a:buNone/>
            </a:pPr>
            <a:r>
              <a:rPr lang="en"/>
              <a:t>черга — зберігає повідомлення</a:t>
            </a:r>
            <a:endParaRPr/>
          </a:p>
          <a:p>
            <a:pPr indent="0" lvl="0" marL="0" rtl="0" algn="l">
              <a:spcBef>
                <a:spcPts val="0"/>
              </a:spcBef>
              <a:spcAft>
                <a:spcPts val="0"/>
              </a:spcAft>
              <a:buNone/>
            </a:pPr>
            <a:r>
              <a:rPr lang="en"/>
              <a:t>обмін — дозволяє маршрутизувати повідомлення та надсилати їх до черг</a:t>
            </a:r>
            <a:endParaRPr/>
          </a:p>
          <a:p>
            <a:pPr indent="0" lvl="0" marL="0" rtl="0" algn="l">
              <a:spcBef>
                <a:spcPts val="0"/>
              </a:spcBef>
              <a:spcAft>
                <a:spcPts val="0"/>
              </a:spcAft>
              <a:buNone/>
            </a:pPr>
            <a:r>
              <a:rPr lang="en"/>
              <a:t>Система функціонує наступним чином:</a:t>
            </a:r>
            <a:endParaRPr/>
          </a:p>
          <a:p>
            <a:pPr indent="0" lvl="0" marL="0" rtl="0" algn="l">
              <a:spcBef>
                <a:spcPts val="0"/>
              </a:spcBef>
              <a:spcAft>
                <a:spcPts val="0"/>
              </a:spcAft>
              <a:buNone/>
            </a:pPr>
            <a:r>
              <a:rPr lang="en"/>
              <a:t>1. виробник створює повідомлення та надсилає його до обміну</a:t>
            </a:r>
            <a:endParaRPr/>
          </a:p>
          <a:p>
            <a:pPr indent="0" lvl="0" marL="0" rtl="0" algn="l">
              <a:spcBef>
                <a:spcPts val="0"/>
              </a:spcBef>
              <a:spcAft>
                <a:spcPts val="0"/>
              </a:spcAft>
              <a:buNone/>
            </a:pPr>
            <a:r>
              <a:rPr lang="en"/>
              <a:t>2. обмін отримує повідомлення та маршрутизує його до черг, підписаних на нього</a:t>
            </a:r>
            <a:endParaRPr/>
          </a:p>
          <a:p>
            <a:pPr indent="0" lvl="0" marL="0" rtl="0" algn="l">
              <a:spcBef>
                <a:spcPts val="0"/>
              </a:spcBef>
              <a:spcAft>
                <a:spcPts val="0"/>
              </a:spcAft>
              <a:buNone/>
            </a:pPr>
            <a:r>
              <a:rPr lang="en"/>
              <a:t>3. споживач отримує повідомлення з тих черг, на які він/вона підписаний</a:t>
            </a:r>
            <a:endParaRPr/>
          </a:p>
          <a:p>
            <a:pPr indent="0" lvl="0" marL="0" rtl="0" algn="l">
              <a:spcBef>
                <a:spcPts val="0"/>
              </a:spcBef>
              <a:spcAft>
                <a:spcPts val="0"/>
              </a:spcAft>
              <a:buNone/>
            </a:pPr>
            <a:r>
              <a:rPr lang="en"/>
              <a:t>Слід зазначити, що повідомлення фільтруються та маршрутизуються залежно від типу обміну.</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8d9929ddf7_0_1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8d9929ddf7_0_1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Розроблена для великого обсягу повідомлень та потоків публікації та підписки, він має бути довговічним, швидким та масштабованим. По суті, Kafka надає довговічне сховище повідомлень, подібне до журналу, що працює в кластері серверів і зберігає потоки записів у категоріях, які називаються темами.</a:t>
            </a:r>
            <a:endParaRPr/>
          </a:p>
          <a:p>
            <a:pPr indent="0" lvl="0" marL="0" rtl="0" algn="l">
              <a:spcBef>
                <a:spcPts val="0"/>
              </a:spcBef>
              <a:spcAft>
                <a:spcPts val="0"/>
              </a:spcAft>
              <a:buNone/>
            </a:pPr>
            <a:r>
              <a:rPr lang="en"/>
              <a:t>Zookeeper — це окремий компонент, який використовувався в Apache Kafka (до версії 2.8, зараз поступово прибирається) для координації, управління та зберігання метаданих кластера.</a:t>
            </a:r>
            <a:endParaRPr/>
          </a:p>
          <a:p>
            <a:pPr indent="0" lvl="0" marL="0" rtl="0" algn="l">
              <a:spcBef>
                <a:spcPts val="0"/>
              </a:spcBef>
              <a:spcAft>
                <a:spcPts val="0"/>
              </a:spcAft>
              <a:buNone/>
            </a:pPr>
            <a:r>
              <a:rPr lang="en"/>
              <a:t>KRaft (Kafka Raft Metadata mode) — це новий спосіб, як Kafka керує своїм кластером без Zookeeper.</a:t>
            </a:r>
            <a:endParaRPr/>
          </a:p>
          <a:p>
            <a:pPr indent="0" lvl="0" marL="0" rtl="0" algn="l">
              <a:spcBef>
                <a:spcPts val="0"/>
              </a:spcBef>
              <a:spcAft>
                <a:spcPts val="0"/>
              </a:spcAft>
              <a:buNone/>
            </a:pPr>
            <a:r>
              <a:rPr lang="en"/>
              <a:t>Він з’явився у Kafka 2.8 (експериментально), а з Kafka 3.3 став стандартом.</a:t>
            </a:r>
            <a:endParaRPr/>
          </a:p>
          <a:p>
            <a:pPr indent="0" lvl="0" marL="0" rtl="0" algn="l">
              <a:spcBef>
                <a:spcPts val="0"/>
              </a:spcBef>
              <a:spcAft>
                <a:spcPts val="0"/>
              </a:spcAft>
              <a:buNone/>
            </a:pPr>
            <a:r>
              <a:rPr lang="en"/>
              <a:t>Raft — це алгоритм консенсусу, який гарантує, що всі контролери бачать однаковий стан навіть у разі збоїв.</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У нього три основні ролі:</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Leader — головний контролер, який приймає всі зміни метаданих.</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Followers — решта контролерів, які синхронізують стан із лідером.</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Candidate — тимчасова роль, коли вибирається новий лідер.</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Як відбувається зміна стану</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Client (брокер або адмін-команда) надсилає запит на зміну, наприклад:</a:t>
            </a:r>
            <a:endParaRPr/>
          </a:p>
          <a:p>
            <a:pPr indent="0" lvl="0" marL="0" rtl="0" algn="l">
              <a:spcBef>
                <a:spcPts val="0"/>
              </a:spcBef>
              <a:spcAft>
                <a:spcPts val="0"/>
              </a:spcAft>
              <a:buNone/>
            </a:pPr>
            <a:r>
              <a:rPr lang="en"/>
              <a:t>→ "створи топік orders із 3 партиціями".</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Leader приймає цей запит і записує його в Raft log.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Followers отримують копію цього запису.</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Коли більшість (кворум) підтверджує —</a:t>
            </a:r>
            <a:endParaRPr/>
          </a:p>
          <a:p>
            <a:pPr indent="0" lvl="0" marL="0" rtl="0" algn="l">
              <a:spcBef>
                <a:spcPts val="0"/>
              </a:spcBef>
              <a:spcAft>
                <a:spcPts val="0"/>
              </a:spcAft>
              <a:buNone/>
            </a:pPr>
            <a:r>
              <a:rPr lang="en"/>
              <a:t>лідер каже: “ця зміна — підтверджена (committed)”.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Метадані оновлюються і стають видимими всім брокерам.</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Що зберігає KRaft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У спеціальному метаданому log-файлі (metadata.log) зберігається:</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інформація про топіки, партиції, лідерів;</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ACL, квоти, конфігурації;</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список брокерів;</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стан кластеру (які контролери активні тощо).</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8d9929ddf7_0_1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38d9929ddf7_0_1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Partition – це основна одиниця зберігання даних усередині топіка. Кожен топік може містити кілька partition, що дозволяє розподіляти дані між різними брокерами в кластері Kafka і забезпечувати паралельну обробку: різні консьюмери можуть читати дані з окремих partition одночасно.</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Partition є впорядкованим логом повідомлень, де кожне повідомлення отримує унікальний офсет — порядковий номер, який визначає його позицію в партиції. Офсети допомагають консьюмерам відстежувати, які вже були оброблені повідомлення. Докладніше управління офсетами розглянуто далі у статті. Наприклад, якщо у топіка orders три партиції, то повідомлення всередині них будуть розподілені таким чином:</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Це дозволяє Kafka масштабувати обробку даних та ефективно керувати навантаженням.</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8d9929ddf7_0_1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8d9929ddf7_0_1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Brokers: список адрес брокерів Kafka.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Topic: ім'я топіка, куди відправляються повідомлення</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WriteMessages: метод для надсилання одного або кількох повідомлень.</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8d9929ddf7_0_1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38d9929ddf7_0_1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GroupID: дозволяє об'єднувати консьюмерів у групу для розподілу partitions між ними.</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ReadMessage: Повертає повідомлення з топіка.</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8d9929ddf7_0_1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38d9929ddf7_0_1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Apache Kafka надає три основні гарантії доставки повідомлень, які впливають на надійність та продуктивність системи:</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most once</a:t>
            </a:r>
            <a:endParaRPr/>
          </a:p>
          <a:p>
            <a:pPr indent="0" lvl="0" marL="0" rtl="0" algn="l">
              <a:spcBef>
                <a:spcPts val="0"/>
              </a:spcBef>
              <a:spcAft>
                <a:spcPts val="0"/>
              </a:spcAft>
              <a:buNone/>
            </a:pPr>
            <a:r>
              <a:rPr lang="en"/>
              <a:t>Це означає, що повідомлення буде доставлено не більше одного разу. При цьому можлива втрата повідомлень, оскільки продюсер може не встигнути відправити їх на брокер, але повторне надсилання не відбуватиметься.</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least once</a:t>
            </a:r>
            <a:endParaRPr/>
          </a:p>
          <a:p>
            <a:pPr indent="0" lvl="0" marL="0" rtl="0" algn="l">
              <a:spcBef>
                <a:spcPts val="0"/>
              </a:spcBef>
              <a:spcAft>
                <a:spcPts val="0"/>
              </a:spcAft>
              <a:buNone/>
            </a:pPr>
            <a:r>
              <a:rPr lang="en"/>
              <a:t>Гарантується, що повідомлення буде доставлено щонайменше один раз. Це означає, що якщо продюсер не отримає підтвердження про доставку, він повторно надішле повідомлення. Це стандартна поведінка Kafka.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Exactly once</a:t>
            </a:r>
            <a:endParaRPr/>
          </a:p>
          <a:p>
            <a:pPr indent="0" lvl="0" marL="0" rtl="0" algn="l">
              <a:spcBef>
                <a:spcPts val="0"/>
              </a:spcBef>
              <a:spcAft>
                <a:spcPts val="0"/>
              </a:spcAft>
              <a:buNone/>
            </a:pPr>
            <a:r>
              <a:rPr lang="en"/>
              <a:t>Це гарантує, що повідомлення буде доставлено рівно один раз. Для цього включаються додаткові механізми, такі як ідемпотентність та транзакції, щоб уникнути дублювання повідомлень як на стороні продюсера, так і на стороні консьюмера.</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1">
  <p:cSld name="BLANK_1">
    <p:spTree>
      <p:nvGrpSpPr>
        <p:cNvPr id="53" name="Shape 53"/>
        <p:cNvGrpSpPr/>
        <p:nvPr/>
      </p:nvGrpSpPr>
      <p:grpSpPr>
        <a:xfrm>
          <a:off x="0" y="0"/>
          <a:ext cx="0" cy="0"/>
          <a:chOff x="0" y="0"/>
          <a:chExt cx="0" cy="0"/>
        </a:xfrm>
      </p:grpSpPr>
      <p:sp>
        <p:nvSpPr>
          <p:cNvPr id="54" name="Google Shape;54;p14"/>
          <p:cNvSpPr txBox="1"/>
          <p:nvPr>
            <p:ph type="title"/>
          </p:nvPr>
        </p:nvSpPr>
        <p:spPr>
          <a:xfrm>
            <a:off x="3236625" y="837723"/>
            <a:ext cx="5622600" cy="22752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55" name="Google Shape;55;p14"/>
          <p:cNvSpPr/>
          <p:nvPr/>
        </p:nvSpPr>
        <p:spPr>
          <a:xfrm flipH="1">
            <a:off x="1350050" y="2493850"/>
            <a:ext cx="2836800" cy="2649600"/>
          </a:xfrm>
          <a:prstGeom prst="pie">
            <a:avLst>
              <a:gd fmla="val 21585343"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6" name="Google Shape;56;p14"/>
          <p:cNvSpPr/>
          <p:nvPr/>
        </p:nvSpPr>
        <p:spPr>
          <a:xfrm flipH="1" rot="5400000">
            <a:off x="5850" y="3807650"/>
            <a:ext cx="2688900" cy="2700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14"/>
          <p:cNvSpPr/>
          <p:nvPr/>
        </p:nvSpPr>
        <p:spPr>
          <a:xfrm>
            <a:off x="0" y="0"/>
            <a:ext cx="2768400" cy="26991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8" name="Google Shape;58;p14"/>
          <p:cNvSpPr/>
          <p:nvPr/>
        </p:nvSpPr>
        <p:spPr>
          <a:xfrm>
            <a:off x="-100" y="2699025"/>
            <a:ext cx="1653900" cy="11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9" name="Google Shape;59;p14"/>
          <p:cNvSpPr/>
          <p:nvPr/>
        </p:nvSpPr>
        <p:spPr>
          <a:xfrm>
            <a:off x="1653900" y="2701600"/>
            <a:ext cx="1114500" cy="11145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0" name="Google Shape;60;p14"/>
          <p:cNvSpPr txBox="1"/>
          <p:nvPr>
            <p:ph idx="1" type="subTitle"/>
          </p:nvPr>
        </p:nvSpPr>
        <p:spPr>
          <a:xfrm>
            <a:off x="3236625" y="3183150"/>
            <a:ext cx="5430300" cy="6303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1pPr>
            <a:lvl2pPr lvl="1">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2pPr>
            <a:lvl3pPr lvl="2">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3pPr>
            <a:lvl4pPr lvl="3">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4pPr>
            <a:lvl5pPr lvl="4">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5pPr>
            <a:lvl6pPr lvl="5">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6pPr>
            <a:lvl7pPr lvl="6">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7pPr>
            <a:lvl8pPr lvl="7">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8pPr>
            <a:lvl9pPr lvl="8">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9pPr>
          </a:lstStyle>
          <a:p/>
        </p:txBody>
      </p:sp>
      <p:sp>
        <p:nvSpPr>
          <p:cNvPr id="61" name="Google Shape;61;p1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1">
  <p:cSld name="BLANK_1_1">
    <p:spTree>
      <p:nvGrpSpPr>
        <p:cNvPr id="62" name="Shape 62"/>
        <p:cNvGrpSpPr/>
        <p:nvPr/>
      </p:nvGrpSpPr>
      <p:grpSpPr>
        <a:xfrm>
          <a:off x="0" y="0"/>
          <a:ext cx="0" cy="0"/>
          <a:chOff x="0" y="0"/>
          <a:chExt cx="0" cy="0"/>
        </a:xfrm>
      </p:grpSpPr>
      <p:sp>
        <p:nvSpPr>
          <p:cNvPr id="63" name="Google Shape;63;p15"/>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64" name="Google Shape;64;p15"/>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65" name="Google Shape;65;p15"/>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66" name="Google Shape;66;p15"/>
          <p:cNvSpPr/>
          <p:nvPr/>
        </p:nvSpPr>
        <p:spPr>
          <a:xfrm flipH="1">
            <a:off x="284701"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7" name="Google Shape;67;p15"/>
          <p:cNvSpPr/>
          <p:nvPr/>
        </p:nvSpPr>
        <p:spPr>
          <a:xfrm>
            <a:off x="927633" y="474750"/>
            <a:ext cx="1463400" cy="4294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68" name="Google Shape;68;p15"/>
          <p:cNvSpPr/>
          <p:nvPr/>
        </p:nvSpPr>
        <p:spPr>
          <a:xfrm flipH="1">
            <a:off x="1322410"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9" name="Google Shape;69;p15"/>
          <p:cNvSpPr/>
          <p:nvPr/>
        </p:nvSpPr>
        <p:spPr>
          <a:xfrm>
            <a:off x="2309186" y="474990"/>
            <a:ext cx="1399200" cy="4294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70" name="Google Shape;70;p15"/>
          <p:cNvSpPr/>
          <p:nvPr/>
        </p:nvSpPr>
        <p:spPr>
          <a:xfrm flipH="1">
            <a:off x="2685553"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1" name="Google Shape;71;p15"/>
          <p:cNvSpPr txBox="1"/>
          <p:nvPr>
            <p:ph type="title"/>
          </p:nvPr>
        </p:nvSpPr>
        <p:spPr>
          <a:xfrm>
            <a:off x="3708375" y="1585475"/>
            <a:ext cx="5190300" cy="2031900"/>
          </a:xfrm>
          <a:prstGeom prst="rect">
            <a:avLst/>
          </a:prstGeom>
        </p:spPr>
        <p:txBody>
          <a:bodyPr anchorCtr="0" anchor="ctr" bIns="0" lIns="0" spcFirstLastPara="1" rIns="91425" wrap="square" tIns="0">
            <a:noAutofit/>
          </a:bodyPr>
          <a:lstStyle>
            <a:lvl1pPr lvl="0">
              <a:spcBef>
                <a:spcPts val="0"/>
              </a:spcBef>
              <a:spcAft>
                <a:spcPts val="0"/>
              </a:spcAft>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72" name="Google Shape;72;p1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_1">
    <p:spTree>
      <p:nvGrpSpPr>
        <p:cNvPr id="73" name="Shape 73"/>
        <p:cNvGrpSpPr/>
        <p:nvPr/>
      </p:nvGrpSpPr>
      <p:grpSpPr>
        <a:xfrm>
          <a:off x="0" y="0"/>
          <a:ext cx="0" cy="0"/>
          <a:chOff x="0" y="0"/>
          <a:chExt cx="0" cy="0"/>
        </a:xfrm>
      </p:grpSpPr>
      <p:sp>
        <p:nvSpPr>
          <p:cNvPr id="74" name="Google Shape;74;p16"/>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75" name="Google Shape;75;p16"/>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76" name="Google Shape;76;p16"/>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77" name="Google Shape;77;p16"/>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78" name="Google Shape;78;p1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2">
    <p:spTree>
      <p:nvGrpSpPr>
        <p:cNvPr id="79" name="Shape 79"/>
        <p:cNvGrpSpPr/>
        <p:nvPr/>
      </p:nvGrpSpPr>
      <p:grpSpPr>
        <a:xfrm>
          <a:off x="0" y="0"/>
          <a:ext cx="0" cy="0"/>
          <a:chOff x="0" y="0"/>
          <a:chExt cx="0" cy="0"/>
        </a:xfrm>
      </p:grpSpPr>
      <p:sp>
        <p:nvSpPr>
          <p:cNvPr id="80" name="Google Shape;80;p17"/>
          <p:cNvSpPr txBox="1"/>
          <p:nvPr>
            <p:ph idx="1" type="subTitle"/>
          </p:nvPr>
        </p:nvSpPr>
        <p:spPr>
          <a:xfrm>
            <a:off x="286975" y="1143000"/>
            <a:ext cx="4429800" cy="513600"/>
          </a:xfrm>
          <a:prstGeom prst="rect">
            <a:avLst/>
          </a:prstGeom>
        </p:spPr>
        <p:txBody>
          <a:bodyPr anchorCtr="0" anchor="t" bIns="0" lIns="0" spcFirstLastPara="1" rIns="0" wrap="square" tIns="0">
            <a:normAutofit/>
          </a:bodyPr>
          <a:lstStyle>
            <a:lvl1pPr lvl="0">
              <a:spcBef>
                <a:spcPts val="0"/>
              </a:spcBef>
              <a:spcAft>
                <a:spcPts val="0"/>
              </a:spcAft>
              <a:buNone/>
              <a:defRPr sz="1100"/>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81" name="Google Shape;81;p17"/>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82" name="Google Shape;82;p17"/>
          <p:cNvSpPr txBox="1"/>
          <p:nvPr>
            <p:ph idx="2"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83" name="Google Shape;83;p17"/>
          <p:cNvSpPr txBox="1"/>
          <p:nvPr>
            <p:ph idx="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84" name="Google Shape;84;p17"/>
          <p:cNvSpPr txBox="1"/>
          <p:nvPr>
            <p:ph idx="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85" name="Google Shape;85;p1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oadmap">
  <p:cSld name="BLANK_1_1_1_1_1_2_1">
    <p:spTree>
      <p:nvGrpSpPr>
        <p:cNvPr id="86" name="Shape 86"/>
        <p:cNvGrpSpPr/>
        <p:nvPr/>
      </p:nvGrpSpPr>
      <p:grpSpPr>
        <a:xfrm>
          <a:off x="0" y="0"/>
          <a:ext cx="0" cy="0"/>
          <a:chOff x="0" y="0"/>
          <a:chExt cx="0" cy="0"/>
        </a:xfrm>
      </p:grpSpPr>
      <p:sp>
        <p:nvSpPr>
          <p:cNvPr id="87" name="Google Shape;87;p18"/>
          <p:cNvSpPr txBox="1"/>
          <p:nvPr>
            <p:ph idx="1" type="subTitle"/>
          </p:nvPr>
        </p:nvSpPr>
        <p:spPr>
          <a:xfrm>
            <a:off x="271250"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3pPr>
            <a:lvl4pPr lvl="3">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4pPr>
            <a:lvl5pPr lvl="4">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5pPr>
            <a:lvl6pPr lvl="5">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6pPr>
            <a:lvl7pPr lvl="6">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7pPr>
            <a:lvl8pPr lvl="7">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8pPr>
            <a:lvl9pPr lvl="8">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9pPr>
          </a:lstStyle>
          <a:p/>
        </p:txBody>
      </p:sp>
      <p:sp>
        <p:nvSpPr>
          <p:cNvPr id="88" name="Google Shape;88;p18"/>
          <p:cNvSpPr txBox="1"/>
          <p:nvPr>
            <p:ph idx="2" type="subTitle"/>
          </p:nvPr>
        </p:nvSpPr>
        <p:spPr>
          <a:xfrm>
            <a:off x="203059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1pPr>
            <a:lvl2pPr lvl="1">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2pPr>
            <a:lvl3pPr lvl="2">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3pPr>
            <a:lvl4pPr lvl="3">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4pPr>
            <a:lvl5pPr lvl="4">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5pPr>
            <a:lvl6pPr lvl="5">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6pPr>
            <a:lvl7pPr lvl="6">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7pPr>
            <a:lvl8pPr lvl="7">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8pPr>
            <a:lvl9pPr lvl="8">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9pPr>
          </a:lstStyle>
          <a:p/>
        </p:txBody>
      </p:sp>
      <p:sp>
        <p:nvSpPr>
          <p:cNvPr id="89" name="Google Shape;89;p18"/>
          <p:cNvSpPr txBox="1"/>
          <p:nvPr>
            <p:ph idx="3" type="subTitle"/>
          </p:nvPr>
        </p:nvSpPr>
        <p:spPr>
          <a:xfrm>
            <a:off x="379548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1pPr>
            <a:lvl2pPr lvl="1">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2pPr>
            <a:lvl3pPr lvl="2">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3pPr>
            <a:lvl4pPr lvl="3">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4pPr>
            <a:lvl5pPr lvl="4">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5pPr>
            <a:lvl6pPr lvl="5">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6pPr>
            <a:lvl7pPr lvl="6">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7pPr>
            <a:lvl8pPr lvl="7">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8pPr>
            <a:lvl9pPr lvl="8">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9pPr>
          </a:lstStyle>
          <a:p/>
        </p:txBody>
      </p:sp>
      <p:sp>
        <p:nvSpPr>
          <p:cNvPr id="90" name="Google Shape;90;p18"/>
          <p:cNvSpPr txBox="1"/>
          <p:nvPr>
            <p:ph idx="4" type="subTitle"/>
          </p:nvPr>
        </p:nvSpPr>
        <p:spPr>
          <a:xfrm>
            <a:off x="5556416"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91" name="Google Shape;91;p18"/>
          <p:cNvSpPr txBox="1"/>
          <p:nvPr>
            <p:ph idx="5" type="subTitle"/>
          </p:nvPr>
        </p:nvSpPr>
        <p:spPr>
          <a:xfrm>
            <a:off x="731813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1pPr>
            <a:lvl2pPr lvl="1">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2pPr>
            <a:lvl3pPr lvl="2">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3pPr>
            <a:lvl4pPr lvl="3">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4pPr>
            <a:lvl5pPr lvl="4">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5pPr>
            <a:lvl6pPr lvl="5">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6pPr>
            <a:lvl7pPr lvl="6">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7pPr>
            <a:lvl8pPr lvl="7">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8pPr>
            <a:lvl9pPr lvl="8">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9pPr>
          </a:lstStyle>
          <a:p/>
        </p:txBody>
      </p:sp>
      <p:sp>
        <p:nvSpPr>
          <p:cNvPr id="92" name="Google Shape;92;p18"/>
          <p:cNvSpPr txBox="1"/>
          <p:nvPr>
            <p:ph idx="6" type="body"/>
          </p:nvPr>
        </p:nvSpPr>
        <p:spPr>
          <a:xfrm>
            <a:off x="271250" y="3263085"/>
            <a:ext cx="1508700" cy="827100"/>
          </a:xfrm>
          <a:prstGeom prst="rect">
            <a:avLst/>
          </a:prstGeom>
        </p:spPr>
        <p:txBody>
          <a:bodyPr anchorCtr="0" anchor="t" bIns="0" lIns="0" spcFirstLastPara="1" rIns="0"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93" name="Google Shape;93;p18"/>
          <p:cNvSpPr txBox="1"/>
          <p:nvPr>
            <p:ph idx="7" type="body"/>
          </p:nvPr>
        </p:nvSpPr>
        <p:spPr>
          <a:xfrm>
            <a:off x="2028213"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94" name="Google Shape;94;p18"/>
          <p:cNvSpPr txBox="1"/>
          <p:nvPr>
            <p:ph idx="8" type="body"/>
          </p:nvPr>
        </p:nvSpPr>
        <p:spPr>
          <a:xfrm>
            <a:off x="3785175"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95" name="Google Shape;95;p18"/>
          <p:cNvSpPr txBox="1"/>
          <p:nvPr>
            <p:ph idx="9" type="body"/>
          </p:nvPr>
        </p:nvSpPr>
        <p:spPr>
          <a:xfrm>
            <a:off x="5542138"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96" name="Google Shape;96;p18"/>
          <p:cNvSpPr txBox="1"/>
          <p:nvPr>
            <p:ph idx="13" type="body"/>
          </p:nvPr>
        </p:nvSpPr>
        <p:spPr>
          <a:xfrm>
            <a:off x="7299100"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97" name="Google Shape;97;p18"/>
          <p:cNvSpPr txBox="1"/>
          <p:nvPr>
            <p:ph idx="14" type="subTitle"/>
          </p:nvPr>
        </p:nvSpPr>
        <p:spPr>
          <a:xfrm>
            <a:off x="271250" y="2737064"/>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98" name="Google Shape;98;p18"/>
          <p:cNvSpPr txBox="1"/>
          <p:nvPr>
            <p:ph idx="15" type="subTitle"/>
          </p:nvPr>
        </p:nvSpPr>
        <p:spPr>
          <a:xfrm>
            <a:off x="2030598" y="2737064"/>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99" name="Google Shape;99;p18"/>
          <p:cNvSpPr txBox="1"/>
          <p:nvPr>
            <p:ph idx="16" type="subTitle"/>
          </p:nvPr>
        </p:nvSpPr>
        <p:spPr>
          <a:xfrm>
            <a:off x="3795488"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100" name="Google Shape;100;p18"/>
          <p:cNvSpPr txBox="1"/>
          <p:nvPr>
            <p:ph idx="17" type="subTitle"/>
          </p:nvPr>
        </p:nvSpPr>
        <p:spPr>
          <a:xfrm>
            <a:off x="5556416"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101" name="Google Shape;101;p18"/>
          <p:cNvSpPr txBox="1"/>
          <p:nvPr>
            <p:ph idx="18" type="subTitle"/>
          </p:nvPr>
        </p:nvSpPr>
        <p:spPr>
          <a:xfrm>
            <a:off x="7318138"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102" name="Google Shape;102;p18"/>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103" name="Google Shape;103;p18"/>
          <p:cNvSpPr txBox="1"/>
          <p:nvPr>
            <p:ph idx="1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04" name="Google Shape;104;p18"/>
          <p:cNvSpPr txBox="1"/>
          <p:nvPr>
            <p:ph idx="20"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05" name="Google Shape;105;p18"/>
          <p:cNvSpPr txBox="1"/>
          <p:nvPr>
            <p:ph idx="21"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06" name="Google Shape;106;p1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with Shape">
  <p:cSld name="BLANK_1_1_1_1_1_1_1_2">
    <p:spTree>
      <p:nvGrpSpPr>
        <p:cNvPr id="107" name="Shape 107"/>
        <p:cNvGrpSpPr/>
        <p:nvPr/>
      </p:nvGrpSpPr>
      <p:grpSpPr>
        <a:xfrm>
          <a:off x="0" y="0"/>
          <a:ext cx="0" cy="0"/>
          <a:chOff x="0" y="0"/>
          <a:chExt cx="0" cy="0"/>
        </a:xfrm>
      </p:grpSpPr>
      <p:sp>
        <p:nvSpPr>
          <p:cNvPr id="108" name="Google Shape;108;p19"/>
          <p:cNvSpPr/>
          <p:nvPr/>
        </p:nvSpPr>
        <p:spPr>
          <a:xfrm>
            <a:off x="0" y="3859125"/>
            <a:ext cx="2004300" cy="1282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9" name="Google Shape;109;p19"/>
          <p:cNvSpPr/>
          <p:nvPr/>
        </p:nvSpPr>
        <p:spPr>
          <a:xfrm flipH="1" rot="10800000">
            <a:off x="6571675" y="3851200"/>
            <a:ext cx="1270800" cy="12828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0" name="Google Shape;110;p19"/>
          <p:cNvSpPr/>
          <p:nvPr/>
        </p:nvSpPr>
        <p:spPr>
          <a:xfrm flipH="1" rot="10800000">
            <a:off x="7217867" y="3851200"/>
            <a:ext cx="1282500" cy="12828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1" name="Google Shape;111;p19"/>
          <p:cNvSpPr/>
          <p:nvPr/>
        </p:nvSpPr>
        <p:spPr>
          <a:xfrm rot="5400000">
            <a:off x="3193350" y="-1811400"/>
            <a:ext cx="2757600" cy="8574300"/>
          </a:xfrm>
          <a:prstGeom prst="round2DiagRect">
            <a:avLst>
              <a:gd fmla="val 50000" name="adj1"/>
              <a:gd fmla="val 0" name="adj2"/>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a:ea typeface="Poppins"/>
              <a:cs typeface="Poppins"/>
              <a:sym typeface="Poppins"/>
            </a:endParaRPr>
          </a:p>
        </p:txBody>
      </p:sp>
      <p:sp>
        <p:nvSpPr>
          <p:cNvPr id="112" name="Google Shape;112;p19"/>
          <p:cNvSpPr txBox="1"/>
          <p:nvPr>
            <p:ph type="title"/>
          </p:nvPr>
        </p:nvSpPr>
        <p:spPr>
          <a:xfrm>
            <a:off x="283475" y="1096954"/>
            <a:ext cx="8575800" cy="2757600"/>
          </a:xfrm>
          <a:prstGeom prst="rect">
            <a:avLst/>
          </a:prstGeom>
        </p:spPr>
        <p:txBody>
          <a:bodyPr anchorCtr="0" anchor="ctr" bIns="0" lIns="0" spcFirstLastPara="1" rIns="91425" wrap="square" tIns="0">
            <a:noAutofit/>
          </a:bodyPr>
          <a:lstStyle>
            <a:lvl1pPr lvl="0" algn="ctr">
              <a:lnSpc>
                <a:spcPct val="90000"/>
              </a:lnSpc>
              <a:spcBef>
                <a:spcPts val="0"/>
              </a:spcBef>
              <a:spcAft>
                <a:spcPts val="0"/>
              </a:spcAft>
              <a:buClr>
                <a:schemeClr val="lt1"/>
              </a:buClr>
              <a:buSzPts val="4000"/>
              <a:buNone/>
              <a:defRPr/>
            </a:lvl1pPr>
            <a:lvl2pPr lvl="1" algn="ctr">
              <a:spcBef>
                <a:spcPts val="0"/>
              </a:spcBef>
              <a:spcAft>
                <a:spcPts val="0"/>
              </a:spcAft>
              <a:buSzPts val="4000"/>
              <a:buNone/>
              <a:defRPr/>
            </a:lvl2pPr>
            <a:lvl3pPr lvl="2" algn="ctr">
              <a:spcBef>
                <a:spcPts val="0"/>
              </a:spcBef>
              <a:spcAft>
                <a:spcPts val="0"/>
              </a:spcAft>
              <a:buSzPts val="4000"/>
              <a:buNone/>
              <a:defRPr/>
            </a:lvl3pPr>
            <a:lvl4pPr lvl="3" algn="ctr">
              <a:spcBef>
                <a:spcPts val="0"/>
              </a:spcBef>
              <a:spcAft>
                <a:spcPts val="0"/>
              </a:spcAft>
              <a:buSzPts val="4000"/>
              <a:buNone/>
              <a:defRPr/>
            </a:lvl4pPr>
            <a:lvl5pPr lvl="4" algn="ctr">
              <a:spcBef>
                <a:spcPts val="0"/>
              </a:spcBef>
              <a:spcAft>
                <a:spcPts val="0"/>
              </a:spcAft>
              <a:buSzPts val="4000"/>
              <a:buNone/>
              <a:defRPr/>
            </a:lvl5pPr>
            <a:lvl6pPr lvl="5" algn="ctr">
              <a:spcBef>
                <a:spcPts val="0"/>
              </a:spcBef>
              <a:spcAft>
                <a:spcPts val="0"/>
              </a:spcAft>
              <a:buSzPts val="4000"/>
              <a:buNone/>
              <a:defRPr/>
            </a:lvl6pPr>
            <a:lvl7pPr lvl="6" algn="ctr">
              <a:spcBef>
                <a:spcPts val="0"/>
              </a:spcBef>
              <a:spcAft>
                <a:spcPts val="0"/>
              </a:spcAft>
              <a:buSzPts val="4000"/>
              <a:buNone/>
              <a:defRPr/>
            </a:lvl7pPr>
            <a:lvl8pPr lvl="7" algn="ctr">
              <a:spcBef>
                <a:spcPts val="0"/>
              </a:spcBef>
              <a:spcAft>
                <a:spcPts val="0"/>
              </a:spcAft>
              <a:buSzPts val="4000"/>
              <a:buNone/>
              <a:defRPr/>
            </a:lvl8pPr>
            <a:lvl9pPr lvl="8" algn="ctr">
              <a:spcBef>
                <a:spcPts val="0"/>
              </a:spcBef>
              <a:spcAft>
                <a:spcPts val="0"/>
              </a:spcAft>
              <a:buSzPts val="4000"/>
              <a:buNone/>
              <a:defRPr/>
            </a:lvl9pPr>
          </a:lstStyle>
          <a:p/>
        </p:txBody>
      </p:sp>
      <p:sp>
        <p:nvSpPr>
          <p:cNvPr id="113" name="Google Shape;113;p19"/>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14" name="Google Shape;114;p19"/>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15" name="Google Shape;115;p19"/>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16" name="Google Shape;116;p1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_1">
    <p:spTree>
      <p:nvGrpSpPr>
        <p:cNvPr id="117" name="Shape 117"/>
        <p:cNvGrpSpPr/>
        <p:nvPr/>
      </p:nvGrpSpPr>
      <p:grpSpPr>
        <a:xfrm>
          <a:off x="0" y="0"/>
          <a:ext cx="0" cy="0"/>
          <a:chOff x="0" y="0"/>
          <a:chExt cx="0" cy="0"/>
        </a:xfrm>
      </p:grpSpPr>
      <p:sp>
        <p:nvSpPr>
          <p:cNvPr id="118" name="Google Shape;118;p20"/>
          <p:cNvSpPr txBox="1"/>
          <p:nvPr>
            <p:ph idx="1" type="subTitle"/>
          </p:nvPr>
        </p:nvSpPr>
        <p:spPr>
          <a:xfrm>
            <a:off x="284700" y="2574275"/>
            <a:ext cx="4287300" cy="4089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9pPr>
          </a:lstStyle>
          <a:p/>
        </p:txBody>
      </p:sp>
      <p:sp>
        <p:nvSpPr>
          <p:cNvPr id="119" name="Google Shape;119;p20"/>
          <p:cNvSpPr/>
          <p:nvPr/>
        </p:nvSpPr>
        <p:spPr>
          <a:xfrm flipH="1" rot="5400000">
            <a:off x="6571675" y="2571675"/>
            <a:ext cx="5143500" cy="5143500"/>
          </a:xfrm>
          <a:prstGeom prst="pie">
            <a:avLst>
              <a:gd fmla="val 21589913"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120" name="Google Shape;120;p20"/>
          <p:cNvSpPr/>
          <p:nvPr/>
        </p:nvSpPr>
        <p:spPr>
          <a:xfrm flipH="1" rot="5400000">
            <a:off x="6571675" y="-8"/>
            <a:ext cx="5143500" cy="5143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121" name="Google Shape;121;p20"/>
          <p:cNvSpPr txBox="1"/>
          <p:nvPr>
            <p:ph type="title"/>
          </p:nvPr>
        </p:nvSpPr>
        <p:spPr>
          <a:xfrm>
            <a:off x="284700" y="474750"/>
            <a:ext cx="5622600" cy="17943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122" name="Google Shape;122;p2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BLANK_1_1_1_1_1_1_1_1_2">
    <p:spTree>
      <p:nvGrpSpPr>
        <p:cNvPr id="123" name="Shape 123"/>
        <p:cNvGrpSpPr/>
        <p:nvPr/>
      </p:nvGrpSpPr>
      <p:grpSpPr>
        <a:xfrm>
          <a:off x="0" y="0"/>
          <a:ext cx="0" cy="0"/>
          <a:chOff x="0" y="0"/>
          <a:chExt cx="0" cy="0"/>
        </a:xfrm>
      </p:grpSpPr>
      <p:sp>
        <p:nvSpPr>
          <p:cNvPr id="124" name="Google Shape;124;p21"/>
          <p:cNvSpPr txBox="1"/>
          <p:nvPr>
            <p:ph idx="1" type="body"/>
          </p:nvPr>
        </p:nvSpPr>
        <p:spPr>
          <a:xfrm>
            <a:off x="379650"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125" name="Google Shape;125;p21"/>
          <p:cNvSpPr txBox="1"/>
          <p:nvPr>
            <p:ph idx="2" type="body"/>
          </p:nvPr>
        </p:nvSpPr>
        <p:spPr>
          <a:xfrm>
            <a:off x="2255275"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126" name="Google Shape;126;p21"/>
          <p:cNvSpPr txBox="1"/>
          <p:nvPr>
            <p:ph idx="3" type="body"/>
          </p:nvPr>
        </p:nvSpPr>
        <p:spPr>
          <a:xfrm>
            <a:off x="4130900"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127" name="Google Shape;127;p21"/>
          <p:cNvSpPr txBox="1"/>
          <p:nvPr>
            <p:ph idx="4" type="body"/>
          </p:nvPr>
        </p:nvSpPr>
        <p:spPr>
          <a:xfrm>
            <a:off x="6006525"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128" name="Google Shape;128;p21"/>
          <p:cNvSpPr txBox="1"/>
          <p:nvPr>
            <p:ph type="title"/>
          </p:nvPr>
        </p:nvSpPr>
        <p:spPr>
          <a:xfrm>
            <a:off x="308784" y="1188147"/>
            <a:ext cx="7206000" cy="6666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129" name="Google Shape;129;p21"/>
          <p:cNvSpPr txBox="1"/>
          <p:nvPr>
            <p:ph idx="5" type="subTitle"/>
          </p:nvPr>
        </p:nvSpPr>
        <p:spPr>
          <a:xfrm>
            <a:off x="308784" y="1922075"/>
            <a:ext cx="7206000" cy="510600"/>
          </a:xfrm>
          <a:prstGeom prst="rect">
            <a:avLst/>
          </a:prstGeom>
        </p:spPr>
        <p:txBody>
          <a:bodyPr anchorCtr="0" anchor="t" bIns="0" lIns="0" spcFirstLastPara="1" rIns="0" wrap="square" tIns="0">
            <a:norm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30" name="Google Shape;130;p21"/>
          <p:cNvSpPr txBox="1"/>
          <p:nvPr>
            <p:ph idx="6"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1" name="Google Shape;131;p21"/>
          <p:cNvSpPr txBox="1"/>
          <p:nvPr>
            <p:ph idx="7"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2" name="Google Shape;132;p21"/>
          <p:cNvSpPr txBox="1"/>
          <p:nvPr>
            <p:ph idx="8"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33" name="Google Shape;133;p2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1">
  <p:cSld name="BLANK_1_1_1_1_1_1_1_1_1_1_1_2">
    <p:spTree>
      <p:nvGrpSpPr>
        <p:cNvPr id="134" name="Shape 134"/>
        <p:cNvGrpSpPr/>
        <p:nvPr/>
      </p:nvGrpSpPr>
      <p:grpSpPr>
        <a:xfrm>
          <a:off x="0" y="0"/>
          <a:ext cx="0" cy="0"/>
          <a:chOff x="0" y="0"/>
          <a:chExt cx="0" cy="0"/>
        </a:xfrm>
      </p:grpSpPr>
      <p:sp>
        <p:nvSpPr>
          <p:cNvPr id="135" name="Google Shape;135;p22"/>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6" name="Google Shape;136;p22"/>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7" name="Google Shape;137;p22"/>
          <p:cNvSpPr/>
          <p:nvPr/>
        </p:nvSpPr>
        <p:spPr>
          <a:xfrm flipH="1">
            <a:off x="7723050" y="2475750"/>
            <a:ext cx="2828100" cy="2657700"/>
          </a:xfrm>
          <a:prstGeom prst="pie">
            <a:avLst>
              <a:gd fmla="val 0" name="adj1"/>
              <a:gd fmla="val 5408708"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8" name="Google Shape;138;p22"/>
          <p:cNvSpPr/>
          <p:nvPr/>
        </p:nvSpPr>
        <p:spPr>
          <a:xfrm flipH="1" rot="5400000">
            <a:off x="6370150" y="3807650"/>
            <a:ext cx="2688900" cy="2700600"/>
          </a:xfrm>
          <a:prstGeom prst="pie">
            <a:avLst>
              <a:gd fmla="val 0"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9" name="Google Shape;139;p22"/>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40" name="Google Shape;140;p22"/>
          <p:cNvSpPr/>
          <p:nvPr>
            <p:ph idx="4" type="pic"/>
          </p:nvPr>
        </p:nvSpPr>
        <p:spPr>
          <a:xfrm>
            <a:off x="6364300" y="0"/>
            <a:ext cx="2779500" cy="3813600"/>
          </a:xfrm>
          <a:prstGeom prst="round2DiagRect">
            <a:avLst>
              <a:gd fmla="val 50000" name="adj1"/>
              <a:gd fmla="val 0" name="adj2"/>
            </a:avLst>
          </a:prstGeom>
          <a:noFill/>
          <a:ln>
            <a:noFill/>
          </a:ln>
        </p:spPr>
      </p:sp>
      <p:sp>
        <p:nvSpPr>
          <p:cNvPr id="141" name="Google Shape;141;p22"/>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4"/>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2" name="Google Shape;142;p22"/>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43" name="Google Shape;143;p2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2">
  <p:cSld name="BLANK_1_1_1_1_1_1_1_1_1_1_1_2_1">
    <p:spTree>
      <p:nvGrpSpPr>
        <p:cNvPr id="144" name="Shape 144"/>
        <p:cNvGrpSpPr/>
        <p:nvPr/>
      </p:nvGrpSpPr>
      <p:grpSpPr>
        <a:xfrm>
          <a:off x="0" y="0"/>
          <a:ext cx="0" cy="0"/>
          <a:chOff x="0" y="0"/>
          <a:chExt cx="0" cy="0"/>
        </a:xfrm>
      </p:grpSpPr>
      <p:sp>
        <p:nvSpPr>
          <p:cNvPr id="145" name="Google Shape;145;p23"/>
          <p:cNvSpPr/>
          <p:nvPr/>
        </p:nvSpPr>
        <p:spPr>
          <a:xfrm>
            <a:off x="4902225" y="2293759"/>
            <a:ext cx="2868000" cy="2857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6" name="Google Shape;146;p23"/>
          <p:cNvSpPr/>
          <p:nvPr/>
        </p:nvSpPr>
        <p:spPr>
          <a:xfrm rot="5400000">
            <a:off x="7720466" y="2360662"/>
            <a:ext cx="2851800" cy="2718000"/>
          </a:xfrm>
          <a:prstGeom prst="pie">
            <a:avLst>
              <a:gd fmla="val 0" name="adj1"/>
              <a:gd fmla="val 5398959"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7" name="Google Shape;147;p23"/>
          <p:cNvSpPr/>
          <p:nvPr/>
        </p:nvSpPr>
        <p:spPr>
          <a:xfrm>
            <a:off x="6345359" y="7875"/>
            <a:ext cx="2791200" cy="12330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8" name="Google Shape;148;p23"/>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49" name="Google Shape;149;p23"/>
          <p:cNvSpPr/>
          <p:nvPr>
            <p:ph idx="2" type="pic"/>
          </p:nvPr>
        </p:nvSpPr>
        <p:spPr>
          <a:xfrm>
            <a:off x="6335600" y="1231675"/>
            <a:ext cx="2808600" cy="2498700"/>
          </a:xfrm>
          <a:prstGeom prst="round1Rect">
            <a:avLst>
              <a:gd fmla="val 50000" name="adj"/>
            </a:avLst>
          </a:prstGeom>
          <a:noFill/>
          <a:ln>
            <a:noFill/>
          </a:ln>
        </p:spPr>
      </p:sp>
      <p:sp>
        <p:nvSpPr>
          <p:cNvPr id="150" name="Google Shape;150;p23"/>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151" name="Google Shape;151;p23"/>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52" name="Google Shape;152;p23"/>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53" name="Google Shape;153;p23"/>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54" name="Google Shape;154;p23"/>
          <p:cNvSpPr txBox="1"/>
          <p:nvPr>
            <p:ph idx="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55" name="Google Shape;155;p2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3">
  <p:cSld name="BLANK_1_1_1_1_1_1_1_1_1_1_1_2_1_1">
    <p:spTree>
      <p:nvGrpSpPr>
        <p:cNvPr id="156" name="Shape 156"/>
        <p:cNvGrpSpPr/>
        <p:nvPr/>
      </p:nvGrpSpPr>
      <p:grpSpPr>
        <a:xfrm>
          <a:off x="0" y="0"/>
          <a:ext cx="0" cy="0"/>
          <a:chOff x="0" y="0"/>
          <a:chExt cx="0" cy="0"/>
        </a:xfrm>
      </p:grpSpPr>
      <p:sp>
        <p:nvSpPr>
          <p:cNvPr id="157" name="Google Shape;157;p24"/>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58" name="Google Shape;158;p24"/>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grpSp>
        <p:nvGrpSpPr>
          <p:cNvPr id="159" name="Google Shape;159;p24"/>
          <p:cNvGrpSpPr/>
          <p:nvPr/>
        </p:nvGrpSpPr>
        <p:grpSpPr>
          <a:xfrm>
            <a:off x="6324521" y="8900"/>
            <a:ext cx="2848500" cy="6539200"/>
            <a:chOff x="6324521" y="8900"/>
            <a:chExt cx="2848500" cy="6539200"/>
          </a:xfrm>
        </p:grpSpPr>
        <p:sp>
          <p:nvSpPr>
            <p:cNvPr id="160" name="Google Shape;160;p24"/>
            <p:cNvSpPr/>
            <p:nvPr/>
          </p:nvSpPr>
          <p:spPr>
            <a:xfrm rot="10800000">
              <a:off x="6362475" y="8900"/>
              <a:ext cx="2772600" cy="3700500"/>
            </a:xfrm>
            <a:prstGeom prst="round2SameRect">
              <a:avLst>
                <a:gd fmla="val 50000" name="adj1"/>
                <a:gd fmla="val 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1" name="Google Shape;161;p24"/>
            <p:cNvSpPr/>
            <p:nvPr/>
          </p:nvSpPr>
          <p:spPr>
            <a:xfrm flipH="1" rot="5400000">
              <a:off x="6319275" y="3734100"/>
              <a:ext cx="2820300" cy="2807700"/>
            </a:xfrm>
            <a:prstGeom prst="pie">
              <a:avLst>
                <a:gd fmla="val 16192689" name="adj1"/>
                <a:gd fmla="val 4945"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2" name="Google Shape;162;p24"/>
            <p:cNvSpPr/>
            <p:nvPr/>
          </p:nvSpPr>
          <p:spPr>
            <a:xfrm flipH="1">
              <a:off x="6324521" y="2295469"/>
              <a:ext cx="2848500" cy="2847300"/>
            </a:xfrm>
            <a:prstGeom prst="pie">
              <a:avLst>
                <a:gd fmla="val 2159000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sp>
        <p:nvSpPr>
          <p:cNvPr id="163" name="Google Shape;163;p24"/>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64" name="Google Shape;164;p24"/>
          <p:cNvSpPr/>
          <p:nvPr>
            <p:ph idx="4" type="pic"/>
          </p:nvPr>
        </p:nvSpPr>
        <p:spPr>
          <a:xfrm rot="10800000">
            <a:off x="6324525" y="0"/>
            <a:ext cx="2819400" cy="3715800"/>
          </a:xfrm>
          <a:prstGeom prst="round2SameRect">
            <a:avLst>
              <a:gd fmla="val 50000" name="adj1"/>
              <a:gd fmla="val 0" name="adj2"/>
            </a:avLst>
          </a:prstGeom>
          <a:noFill/>
          <a:ln>
            <a:noFill/>
          </a:ln>
        </p:spPr>
      </p:sp>
      <p:sp>
        <p:nvSpPr>
          <p:cNvPr id="165" name="Google Shape;165;p24"/>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5"/>
                </a:solidFill>
              </a:defRPr>
            </a:lvl1pPr>
            <a:lvl2pPr lvl="1">
              <a:lnSpc>
                <a:spcPct val="115000"/>
              </a:lnSpc>
              <a:spcBef>
                <a:spcPts val="0"/>
              </a:spcBef>
              <a:spcAft>
                <a:spcPts val="0"/>
              </a:spcAft>
              <a:buNone/>
              <a:defRPr sz="3000">
                <a:solidFill>
                  <a:schemeClr val="accent5"/>
                </a:solidFill>
              </a:defRPr>
            </a:lvl2pPr>
            <a:lvl3pPr lvl="2">
              <a:lnSpc>
                <a:spcPct val="115000"/>
              </a:lnSpc>
              <a:spcBef>
                <a:spcPts val="0"/>
              </a:spcBef>
              <a:spcAft>
                <a:spcPts val="0"/>
              </a:spcAft>
              <a:buNone/>
              <a:defRPr sz="3000">
                <a:solidFill>
                  <a:schemeClr val="accent5"/>
                </a:solidFill>
              </a:defRPr>
            </a:lvl3pPr>
            <a:lvl4pPr lvl="3">
              <a:lnSpc>
                <a:spcPct val="115000"/>
              </a:lnSpc>
              <a:spcBef>
                <a:spcPts val="0"/>
              </a:spcBef>
              <a:spcAft>
                <a:spcPts val="0"/>
              </a:spcAft>
              <a:buNone/>
              <a:defRPr sz="3000">
                <a:solidFill>
                  <a:schemeClr val="accent5"/>
                </a:solidFill>
              </a:defRPr>
            </a:lvl4pPr>
            <a:lvl5pPr lvl="4">
              <a:lnSpc>
                <a:spcPct val="115000"/>
              </a:lnSpc>
              <a:spcBef>
                <a:spcPts val="0"/>
              </a:spcBef>
              <a:spcAft>
                <a:spcPts val="0"/>
              </a:spcAft>
              <a:buNone/>
              <a:defRPr sz="3000">
                <a:solidFill>
                  <a:schemeClr val="accent5"/>
                </a:solidFill>
              </a:defRPr>
            </a:lvl5pPr>
            <a:lvl6pPr lvl="5">
              <a:lnSpc>
                <a:spcPct val="115000"/>
              </a:lnSpc>
              <a:spcBef>
                <a:spcPts val="0"/>
              </a:spcBef>
              <a:spcAft>
                <a:spcPts val="0"/>
              </a:spcAft>
              <a:buNone/>
              <a:defRPr sz="3000">
                <a:solidFill>
                  <a:schemeClr val="accent5"/>
                </a:solidFill>
              </a:defRPr>
            </a:lvl6pPr>
            <a:lvl7pPr lvl="6">
              <a:lnSpc>
                <a:spcPct val="115000"/>
              </a:lnSpc>
              <a:spcBef>
                <a:spcPts val="0"/>
              </a:spcBef>
              <a:spcAft>
                <a:spcPts val="0"/>
              </a:spcAft>
              <a:buNone/>
              <a:defRPr sz="3000">
                <a:solidFill>
                  <a:schemeClr val="accent5"/>
                </a:solidFill>
              </a:defRPr>
            </a:lvl7pPr>
            <a:lvl8pPr lvl="7">
              <a:lnSpc>
                <a:spcPct val="115000"/>
              </a:lnSpc>
              <a:spcBef>
                <a:spcPts val="0"/>
              </a:spcBef>
              <a:spcAft>
                <a:spcPts val="0"/>
              </a:spcAft>
              <a:buNone/>
              <a:defRPr sz="3000">
                <a:solidFill>
                  <a:schemeClr val="accent5"/>
                </a:solidFill>
              </a:defRPr>
            </a:lvl8pPr>
            <a:lvl9pPr lvl="8">
              <a:lnSpc>
                <a:spcPct val="115000"/>
              </a:lnSpc>
              <a:spcBef>
                <a:spcPts val="0"/>
              </a:spcBef>
              <a:spcAft>
                <a:spcPts val="0"/>
              </a:spcAft>
              <a:buNone/>
              <a:defRPr sz="3000">
                <a:solidFill>
                  <a:schemeClr val="accent5"/>
                </a:solidFill>
              </a:defRPr>
            </a:lvl9pPr>
          </a:lstStyle>
          <a:p/>
        </p:txBody>
      </p:sp>
      <p:sp>
        <p:nvSpPr>
          <p:cNvPr id="166" name="Google Shape;166;p24"/>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67" name="Google Shape;167;p2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4">
  <p:cSld name="BLANK_1_1_1_1_1_1_1_1_1_1_1_2_1_1_1">
    <p:spTree>
      <p:nvGrpSpPr>
        <p:cNvPr id="168" name="Shape 168"/>
        <p:cNvGrpSpPr/>
        <p:nvPr/>
      </p:nvGrpSpPr>
      <p:grpSpPr>
        <a:xfrm>
          <a:off x="0" y="0"/>
          <a:ext cx="0" cy="0"/>
          <a:chOff x="0" y="0"/>
          <a:chExt cx="0" cy="0"/>
        </a:xfrm>
      </p:grpSpPr>
      <p:sp>
        <p:nvSpPr>
          <p:cNvPr id="169" name="Google Shape;169;p25"/>
          <p:cNvSpPr/>
          <p:nvPr/>
        </p:nvSpPr>
        <p:spPr>
          <a:xfrm>
            <a:off x="7780000" y="10200"/>
            <a:ext cx="1353900" cy="14175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0" name="Google Shape;170;p25"/>
          <p:cNvSpPr/>
          <p:nvPr/>
        </p:nvSpPr>
        <p:spPr>
          <a:xfrm rot="-5400000">
            <a:off x="4934200" y="10025"/>
            <a:ext cx="2845800" cy="2835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1" name="Google Shape;171;p25"/>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72" name="Google Shape;172;p25"/>
          <p:cNvSpPr/>
          <p:nvPr>
            <p:ph idx="2" type="pic"/>
          </p:nvPr>
        </p:nvSpPr>
        <p:spPr>
          <a:xfrm>
            <a:off x="6355775" y="1418625"/>
            <a:ext cx="2788200" cy="3725100"/>
          </a:xfrm>
          <a:prstGeom prst="round2DiagRect">
            <a:avLst>
              <a:gd fmla="val 50000" name="adj1"/>
              <a:gd fmla="val 0" name="adj2"/>
            </a:avLst>
          </a:prstGeom>
          <a:noFill/>
          <a:ln>
            <a:noFill/>
          </a:ln>
        </p:spPr>
      </p:sp>
      <p:sp>
        <p:nvSpPr>
          <p:cNvPr id="173" name="Google Shape;173;p25"/>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dk2"/>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4" name="Google Shape;174;p25"/>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75" name="Google Shape;175;p25"/>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76" name="Google Shape;176;p25"/>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77" name="Google Shape;177;p25"/>
          <p:cNvSpPr txBox="1"/>
          <p:nvPr>
            <p:ph idx="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78" name="Google Shape;178;p2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5">
  <p:cSld name="CUSTOM_7">
    <p:spTree>
      <p:nvGrpSpPr>
        <p:cNvPr id="179" name="Shape 179"/>
        <p:cNvGrpSpPr/>
        <p:nvPr/>
      </p:nvGrpSpPr>
      <p:grpSpPr>
        <a:xfrm>
          <a:off x="0" y="0"/>
          <a:ext cx="0" cy="0"/>
          <a:chOff x="0" y="0"/>
          <a:chExt cx="0" cy="0"/>
        </a:xfrm>
      </p:grpSpPr>
      <p:sp>
        <p:nvSpPr>
          <p:cNvPr id="180" name="Google Shape;180;p26"/>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81" name="Google Shape;181;p26"/>
          <p:cNvSpPr/>
          <p:nvPr/>
        </p:nvSpPr>
        <p:spPr>
          <a:xfrm flipH="1" rot="10800000">
            <a:off x="7069375" y="3760875"/>
            <a:ext cx="1359600" cy="13725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2" name="Google Shape;182;p26"/>
          <p:cNvSpPr/>
          <p:nvPr/>
        </p:nvSpPr>
        <p:spPr>
          <a:xfrm flipH="1" rot="10800000">
            <a:off x="7760700" y="3760875"/>
            <a:ext cx="1372200" cy="13725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3" name="Google Shape;183;p26"/>
          <p:cNvSpPr/>
          <p:nvPr/>
        </p:nvSpPr>
        <p:spPr>
          <a:xfrm>
            <a:off x="6364300" y="3759200"/>
            <a:ext cx="1396500" cy="138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4" name="Google Shape;184;p26"/>
          <p:cNvSpPr/>
          <p:nvPr>
            <p:ph idx="2" type="pic"/>
          </p:nvPr>
        </p:nvSpPr>
        <p:spPr>
          <a:xfrm rot="10800000">
            <a:off x="6364225" y="0"/>
            <a:ext cx="2784600" cy="3775800"/>
          </a:xfrm>
          <a:prstGeom prst="round1Rect">
            <a:avLst>
              <a:gd fmla="val 50000" name="adj"/>
            </a:avLst>
          </a:prstGeom>
          <a:noFill/>
          <a:ln>
            <a:noFill/>
          </a:ln>
        </p:spPr>
      </p:sp>
      <p:sp>
        <p:nvSpPr>
          <p:cNvPr id="185" name="Google Shape;185;p26"/>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6"/>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86" name="Google Shape;186;p26"/>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87" name="Google Shape;187;p26"/>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88" name="Google Shape;188;p26"/>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89" name="Google Shape;189;p2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6">
  <p:cSld name="CUSTOM_8">
    <p:spTree>
      <p:nvGrpSpPr>
        <p:cNvPr id="190" name="Shape 190"/>
        <p:cNvGrpSpPr/>
        <p:nvPr/>
      </p:nvGrpSpPr>
      <p:grpSpPr>
        <a:xfrm>
          <a:off x="0" y="0"/>
          <a:ext cx="0" cy="0"/>
          <a:chOff x="0" y="0"/>
          <a:chExt cx="0" cy="0"/>
        </a:xfrm>
      </p:grpSpPr>
      <p:sp>
        <p:nvSpPr>
          <p:cNvPr id="191" name="Google Shape;191;p27"/>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2" name="Google Shape;192;p27"/>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3" name="Google Shape;193;p27"/>
          <p:cNvSpPr/>
          <p:nvPr/>
        </p:nvSpPr>
        <p:spPr>
          <a:xfrm flipH="1">
            <a:off x="7723050" y="2475750"/>
            <a:ext cx="2828100" cy="2657700"/>
          </a:xfrm>
          <a:prstGeom prst="pie">
            <a:avLst>
              <a:gd fmla="val 0" name="adj1"/>
              <a:gd fmla="val 5408708"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4" name="Google Shape;194;p27"/>
          <p:cNvSpPr/>
          <p:nvPr/>
        </p:nvSpPr>
        <p:spPr>
          <a:xfrm flipH="1" rot="5400000">
            <a:off x="6370150" y="3807650"/>
            <a:ext cx="2688900" cy="2700600"/>
          </a:xfrm>
          <a:prstGeom prst="pie">
            <a:avLst>
              <a:gd fmla="val 0"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5" name="Google Shape;195;p27"/>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96" name="Google Shape;196;p27"/>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4"/>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97" name="Google Shape;197;p27"/>
          <p:cNvSpPr txBox="1"/>
          <p:nvPr>
            <p:ph idx="4"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98" name="Google Shape;198;p27"/>
          <p:cNvSpPr/>
          <p:nvPr/>
        </p:nvSpPr>
        <p:spPr>
          <a:xfrm>
            <a:off x="6375075" y="10125"/>
            <a:ext cx="2757600" cy="3794400"/>
          </a:xfrm>
          <a:prstGeom prst="round2DiagRect">
            <a:avLst>
              <a:gd fmla="val 50000" name="adj1"/>
              <a:gd fmla="val 0" name="adj2"/>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9" name="Google Shape;199;p27"/>
          <p:cNvSpPr txBox="1"/>
          <p:nvPr>
            <p:ph idx="5"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00" name="Google Shape;200;p2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7">
  <p:cSld name="CUSTOM_8_1">
    <p:spTree>
      <p:nvGrpSpPr>
        <p:cNvPr id="201" name="Shape 201"/>
        <p:cNvGrpSpPr/>
        <p:nvPr/>
      </p:nvGrpSpPr>
      <p:grpSpPr>
        <a:xfrm>
          <a:off x="0" y="0"/>
          <a:ext cx="0" cy="0"/>
          <a:chOff x="0" y="0"/>
          <a:chExt cx="0" cy="0"/>
        </a:xfrm>
      </p:grpSpPr>
      <p:sp>
        <p:nvSpPr>
          <p:cNvPr id="202" name="Google Shape;202;p28"/>
          <p:cNvSpPr/>
          <p:nvPr/>
        </p:nvSpPr>
        <p:spPr>
          <a:xfrm>
            <a:off x="4902225" y="2293759"/>
            <a:ext cx="2868000" cy="2857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3" name="Google Shape;203;p28"/>
          <p:cNvSpPr/>
          <p:nvPr/>
        </p:nvSpPr>
        <p:spPr>
          <a:xfrm rot="5400000">
            <a:off x="7720466" y="2360662"/>
            <a:ext cx="2851800" cy="2718000"/>
          </a:xfrm>
          <a:prstGeom prst="pie">
            <a:avLst>
              <a:gd fmla="val 0" name="adj1"/>
              <a:gd fmla="val 5398959"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4" name="Google Shape;204;p28"/>
          <p:cNvSpPr/>
          <p:nvPr/>
        </p:nvSpPr>
        <p:spPr>
          <a:xfrm>
            <a:off x="6345359" y="7875"/>
            <a:ext cx="2791200" cy="12330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5" name="Google Shape;205;p28"/>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206" name="Google Shape;206;p28"/>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207" name="Google Shape;207;p28"/>
          <p:cNvSpPr txBox="1"/>
          <p:nvPr>
            <p:ph idx="2"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208" name="Google Shape;208;p28"/>
          <p:cNvSpPr txBox="1"/>
          <p:nvPr>
            <p:ph idx="3"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09" name="Google Shape;209;p28"/>
          <p:cNvSpPr txBox="1"/>
          <p:nvPr>
            <p:ph idx="4"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10" name="Google Shape;210;p28"/>
          <p:cNvSpPr txBox="1"/>
          <p:nvPr>
            <p:ph idx="5"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11" name="Google Shape;211;p28"/>
          <p:cNvSpPr/>
          <p:nvPr/>
        </p:nvSpPr>
        <p:spPr>
          <a:xfrm>
            <a:off x="6345359" y="1240774"/>
            <a:ext cx="2801400" cy="2479800"/>
          </a:xfrm>
          <a:prstGeom prst="round1Rect">
            <a:avLst>
              <a:gd fmla="val 5000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12" name="Google Shape;212;p2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8">
  <p:cSld name="CUSTOM_8_1_1">
    <p:spTree>
      <p:nvGrpSpPr>
        <p:cNvPr id="213" name="Shape 213"/>
        <p:cNvGrpSpPr/>
        <p:nvPr/>
      </p:nvGrpSpPr>
      <p:grpSpPr>
        <a:xfrm>
          <a:off x="0" y="0"/>
          <a:ext cx="0" cy="0"/>
          <a:chOff x="0" y="0"/>
          <a:chExt cx="0" cy="0"/>
        </a:xfrm>
      </p:grpSpPr>
      <p:sp>
        <p:nvSpPr>
          <p:cNvPr id="214" name="Google Shape;214;p29"/>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15" name="Google Shape;215;p29"/>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16" name="Google Shape;216;p29"/>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grpSp>
        <p:nvGrpSpPr>
          <p:cNvPr id="217" name="Google Shape;217;p29"/>
          <p:cNvGrpSpPr/>
          <p:nvPr/>
        </p:nvGrpSpPr>
        <p:grpSpPr>
          <a:xfrm>
            <a:off x="6324521" y="8900"/>
            <a:ext cx="2848500" cy="6539200"/>
            <a:chOff x="6324521" y="8900"/>
            <a:chExt cx="2848500" cy="6539200"/>
          </a:xfrm>
        </p:grpSpPr>
        <p:sp>
          <p:nvSpPr>
            <p:cNvPr id="218" name="Google Shape;218;p29"/>
            <p:cNvSpPr/>
            <p:nvPr/>
          </p:nvSpPr>
          <p:spPr>
            <a:xfrm rot="10800000">
              <a:off x="6362475" y="8900"/>
              <a:ext cx="2772600" cy="3700500"/>
            </a:xfrm>
            <a:prstGeom prst="round2SameRect">
              <a:avLst>
                <a:gd fmla="val 50000" name="adj1"/>
                <a:gd fmla="val 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19" name="Google Shape;219;p29"/>
            <p:cNvSpPr/>
            <p:nvPr/>
          </p:nvSpPr>
          <p:spPr>
            <a:xfrm flipH="1" rot="5400000">
              <a:off x="6319275" y="3734100"/>
              <a:ext cx="2820300" cy="2807700"/>
            </a:xfrm>
            <a:prstGeom prst="pie">
              <a:avLst>
                <a:gd fmla="val 16192689" name="adj1"/>
                <a:gd fmla="val 4945"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0" name="Google Shape;220;p29"/>
            <p:cNvSpPr/>
            <p:nvPr/>
          </p:nvSpPr>
          <p:spPr>
            <a:xfrm flipH="1">
              <a:off x="6324521" y="2295469"/>
              <a:ext cx="2848500" cy="2847300"/>
            </a:xfrm>
            <a:prstGeom prst="pie">
              <a:avLst>
                <a:gd fmla="val 2159000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sp>
        <p:nvSpPr>
          <p:cNvPr id="221" name="Google Shape;221;p29"/>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222" name="Google Shape;222;p29"/>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5"/>
                </a:solidFill>
              </a:defRPr>
            </a:lvl1pPr>
            <a:lvl2pPr lvl="1">
              <a:lnSpc>
                <a:spcPct val="115000"/>
              </a:lnSpc>
              <a:spcBef>
                <a:spcPts val="0"/>
              </a:spcBef>
              <a:spcAft>
                <a:spcPts val="0"/>
              </a:spcAft>
              <a:buNone/>
              <a:defRPr sz="3000">
                <a:solidFill>
                  <a:schemeClr val="accent5"/>
                </a:solidFill>
              </a:defRPr>
            </a:lvl2pPr>
            <a:lvl3pPr lvl="2">
              <a:lnSpc>
                <a:spcPct val="115000"/>
              </a:lnSpc>
              <a:spcBef>
                <a:spcPts val="0"/>
              </a:spcBef>
              <a:spcAft>
                <a:spcPts val="0"/>
              </a:spcAft>
              <a:buNone/>
              <a:defRPr sz="3000">
                <a:solidFill>
                  <a:schemeClr val="accent5"/>
                </a:solidFill>
              </a:defRPr>
            </a:lvl3pPr>
            <a:lvl4pPr lvl="3">
              <a:lnSpc>
                <a:spcPct val="115000"/>
              </a:lnSpc>
              <a:spcBef>
                <a:spcPts val="0"/>
              </a:spcBef>
              <a:spcAft>
                <a:spcPts val="0"/>
              </a:spcAft>
              <a:buNone/>
              <a:defRPr sz="3000">
                <a:solidFill>
                  <a:schemeClr val="accent5"/>
                </a:solidFill>
              </a:defRPr>
            </a:lvl4pPr>
            <a:lvl5pPr lvl="4">
              <a:lnSpc>
                <a:spcPct val="115000"/>
              </a:lnSpc>
              <a:spcBef>
                <a:spcPts val="0"/>
              </a:spcBef>
              <a:spcAft>
                <a:spcPts val="0"/>
              </a:spcAft>
              <a:buNone/>
              <a:defRPr sz="3000">
                <a:solidFill>
                  <a:schemeClr val="accent5"/>
                </a:solidFill>
              </a:defRPr>
            </a:lvl5pPr>
            <a:lvl6pPr lvl="5">
              <a:lnSpc>
                <a:spcPct val="115000"/>
              </a:lnSpc>
              <a:spcBef>
                <a:spcPts val="0"/>
              </a:spcBef>
              <a:spcAft>
                <a:spcPts val="0"/>
              </a:spcAft>
              <a:buNone/>
              <a:defRPr sz="3000">
                <a:solidFill>
                  <a:schemeClr val="accent5"/>
                </a:solidFill>
              </a:defRPr>
            </a:lvl6pPr>
            <a:lvl7pPr lvl="6">
              <a:lnSpc>
                <a:spcPct val="115000"/>
              </a:lnSpc>
              <a:spcBef>
                <a:spcPts val="0"/>
              </a:spcBef>
              <a:spcAft>
                <a:spcPts val="0"/>
              </a:spcAft>
              <a:buNone/>
              <a:defRPr sz="3000">
                <a:solidFill>
                  <a:schemeClr val="accent5"/>
                </a:solidFill>
              </a:defRPr>
            </a:lvl7pPr>
            <a:lvl8pPr lvl="7">
              <a:lnSpc>
                <a:spcPct val="115000"/>
              </a:lnSpc>
              <a:spcBef>
                <a:spcPts val="0"/>
              </a:spcBef>
              <a:spcAft>
                <a:spcPts val="0"/>
              </a:spcAft>
              <a:buNone/>
              <a:defRPr sz="3000">
                <a:solidFill>
                  <a:schemeClr val="accent5"/>
                </a:solidFill>
              </a:defRPr>
            </a:lvl8pPr>
            <a:lvl9pPr lvl="8">
              <a:lnSpc>
                <a:spcPct val="115000"/>
              </a:lnSpc>
              <a:spcBef>
                <a:spcPts val="0"/>
              </a:spcBef>
              <a:spcAft>
                <a:spcPts val="0"/>
              </a:spcAft>
              <a:buNone/>
              <a:defRPr sz="3000">
                <a:solidFill>
                  <a:schemeClr val="accent5"/>
                </a:solidFill>
              </a:defRPr>
            </a:lvl9pPr>
          </a:lstStyle>
          <a:p/>
        </p:txBody>
      </p:sp>
      <p:sp>
        <p:nvSpPr>
          <p:cNvPr id="223" name="Google Shape;223;p29"/>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224" name="Google Shape;224;p2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9">
  <p:cSld name="CUSTOM_8_1_1_1">
    <p:spTree>
      <p:nvGrpSpPr>
        <p:cNvPr id="225" name="Shape 225"/>
        <p:cNvGrpSpPr/>
        <p:nvPr/>
      </p:nvGrpSpPr>
      <p:grpSpPr>
        <a:xfrm>
          <a:off x="0" y="0"/>
          <a:ext cx="0" cy="0"/>
          <a:chOff x="0" y="0"/>
          <a:chExt cx="0" cy="0"/>
        </a:xfrm>
      </p:grpSpPr>
      <p:sp>
        <p:nvSpPr>
          <p:cNvPr id="226" name="Google Shape;226;p30"/>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27" name="Google Shape;227;p30"/>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28" name="Google Shape;228;p30"/>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29" name="Google Shape;229;p30"/>
          <p:cNvSpPr/>
          <p:nvPr/>
        </p:nvSpPr>
        <p:spPr>
          <a:xfrm>
            <a:off x="7780000" y="10200"/>
            <a:ext cx="1353900" cy="14175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30" name="Google Shape;230;p30"/>
          <p:cNvSpPr/>
          <p:nvPr/>
        </p:nvSpPr>
        <p:spPr>
          <a:xfrm rot="-5400000">
            <a:off x="4934200" y="10025"/>
            <a:ext cx="2845800" cy="2835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31" name="Google Shape;231;p30"/>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232" name="Google Shape;232;p30"/>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dk2"/>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33" name="Google Shape;233;p30"/>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234" name="Google Shape;234;p30"/>
          <p:cNvSpPr/>
          <p:nvPr/>
        </p:nvSpPr>
        <p:spPr>
          <a:xfrm>
            <a:off x="6366275" y="1427825"/>
            <a:ext cx="2768100" cy="3705300"/>
          </a:xfrm>
          <a:prstGeom prst="round2DiagRect">
            <a:avLst>
              <a:gd fmla="val 50000" name="adj1"/>
              <a:gd fmla="val 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35" name="Google Shape;235;p3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10">
  <p:cSld name="CUSTOM_8_1_1_1_1">
    <p:spTree>
      <p:nvGrpSpPr>
        <p:cNvPr id="236" name="Shape 236"/>
        <p:cNvGrpSpPr/>
        <p:nvPr/>
      </p:nvGrpSpPr>
      <p:grpSpPr>
        <a:xfrm>
          <a:off x="0" y="0"/>
          <a:ext cx="0" cy="0"/>
          <a:chOff x="0" y="0"/>
          <a:chExt cx="0" cy="0"/>
        </a:xfrm>
      </p:grpSpPr>
      <p:sp>
        <p:nvSpPr>
          <p:cNvPr id="237" name="Google Shape;237;p31"/>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38" name="Google Shape;238;p31"/>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39" name="Google Shape;239;p31"/>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40" name="Google Shape;240;p31"/>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241" name="Google Shape;241;p31"/>
          <p:cNvSpPr/>
          <p:nvPr/>
        </p:nvSpPr>
        <p:spPr>
          <a:xfrm flipH="1" rot="10800000">
            <a:off x="7069375" y="3773775"/>
            <a:ext cx="1359600" cy="13596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2" name="Google Shape;242;p31"/>
          <p:cNvSpPr/>
          <p:nvPr/>
        </p:nvSpPr>
        <p:spPr>
          <a:xfrm flipH="1" rot="10800000">
            <a:off x="7760700" y="3773775"/>
            <a:ext cx="1372200" cy="13596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3" name="Google Shape;243;p31"/>
          <p:cNvSpPr/>
          <p:nvPr/>
        </p:nvSpPr>
        <p:spPr>
          <a:xfrm>
            <a:off x="6364300" y="3759200"/>
            <a:ext cx="1396500" cy="138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4" name="Google Shape;244;p31"/>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6"/>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45" name="Google Shape;245;p31"/>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246" name="Google Shape;246;p31"/>
          <p:cNvSpPr/>
          <p:nvPr/>
        </p:nvSpPr>
        <p:spPr>
          <a:xfrm rot="10800000">
            <a:off x="6377600" y="8800"/>
            <a:ext cx="2758800" cy="3754200"/>
          </a:xfrm>
          <a:prstGeom prst="round1Rect">
            <a:avLst>
              <a:gd fmla="val 50000"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7" name="Google Shape;247;p3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_1">
    <p:spTree>
      <p:nvGrpSpPr>
        <p:cNvPr id="248" name="Shape 248"/>
        <p:cNvGrpSpPr/>
        <p:nvPr/>
      </p:nvGrpSpPr>
      <p:grpSpPr>
        <a:xfrm>
          <a:off x="0" y="0"/>
          <a:ext cx="0" cy="0"/>
          <a:chOff x="0" y="0"/>
          <a:chExt cx="0" cy="0"/>
        </a:xfrm>
      </p:grpSpPr>
      <p:sp>
        <p:nvSpPr>
          <p:cNvPr id="249" name="Google Shape;249;p32"/>
          <p:cNvSpPr txBox="1"/>
          <p:nvPr>
            <p:ph idx="1" type="subTitle"/>
          </p:nvPr>
        </p:nvSpPr>
        <p:spPr>
          <a:xfrm>
            <a:off x="3389025" y="119728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50" name="Google Shape;250;p32"/>
          <p:cNvSpPr/>
          <p:nvPr/>
        </p:nvSpPr>
        <p:spPr>
          <a:xfrm flipH="1">
            <a:off x="1350000" y="2442900"/>
            <a:ext cx="2849100" cy="2700600"/>
          </a:xfrm>
          <a:prstGeom prst="pie">
            <a:avLst>
              <a:gd fmla="val 21586474"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1" name="Google Shape;251;p32"/>
          <p:cNvSpPr/>
          <p:nvPr/>
        </p:nvSpPr>
        <p:spPr>
          <a:xfrm flipH="1" rot="5400000">
            <a:off x="-6000" y="3795800"/>
            <a:ext cx="2712600" cy="2700600"/>
          </a:xfrm>
          <a:prstGeom prst="pie">
            <a:avLst>
              <a:gd fmla="val 2531"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2" name="Google Shape;252;p32"/>
          <p:cNvSpPr/>
          <p:nvPr/>
        </p:nvSpPr>
        <p:spPr>
          <a:xfrm flipH="1" rot="5400000">
            <a:off x="-125" y="2402250"/>
            <a:ext cx="2775600" cy="2775600"/>
          </a:xfrm>
          <a:prstGeom prst="pie">
            <a:avLst>
              <a:gd fmla="val 16192689"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3" name="Google Shape;253;p32"/>
          <p:cNvSpPr txBox="1"/>
          <p:nvPr>
            <p:ph idx="2" type="subTitle"/>
          </p:nvPr>
        </p:nvSpPr>
        <p:spPr>
          <a:xfrm>
            <a:off x="3389025" y="234121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54" name="Google Shape;254;p32"/>
          <p:cNvSpPr txBox="1"/>
          <p:nvPr>
            <p:ph idx="3" type="subTitle"/>
          </p:nvPr>
        </p:nvSpPr>
        <p:spPr>
          <a:xfrm>
            <a:off x="3389025" y="348513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55" name="Google Shape;255;p32"/>
          <p:cNvSpPr txBox="1"/>
          <p:nvPr>
            <p:ph idx="4" type="subTitle"/>
          </p:nvPr>
        </p:nvSpPr>
        <p:spPr>
          <a:xfrm>
            <a:off x="6335550" y="119728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56" name="Google Shape;256;p32"/>
          <p:cNvSpPr txBox="1"/>
          <p:nvPr>
            <p:ph idx="5" type="subTitle"/>
          </p:nvPr>
        </p:nvSpPr>
        <p:spPr>
          <a:xfrm>
            <a:off x="6335550" y="234121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57" name="Google Shape;257;p32"/>
          <p:cNvSpPr txBox="1"/>
          <p:nvPr>
            <p:ph idx="6" type="subTitle"/>
          </p:nvPr>
        </p:nvSpPr>
        <p:spPr>
          <a:xfrm>
            <a:off x="6335550" y="348513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58" name="Google Shape;258;p32"/>
          <p:cNvSpPr txBox="1"/>
          <p:nvPr>
            <p:ph type="title"/>
          </p:nvPr>
        </p:nvSpPr>
        <p:spPr>
          <a:xfrm>
            <a:off x="284700" y="286200"/>
            <a:ext cx="2860800" cy="17328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259" name="Google Shape;259;p32"/>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60" name="Google Shape;260;p32"/>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61" name="Google Shape;261;p32"/>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62" name="Google Shape;262;p3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1_2">
    <p:spTree>
      <p:nvGrpSpPr>
        <p:cNvPr id="263" name="Shape 263"/>
        <p:cNvGrpSpPr/>
        <p:nvPr/>
      </p:nvGrpSpPr>
      <p:grpSpPr>
        <a:xfrm>
          <a:off x="0" y="0"/>
          <a:ext cx="0" cy="0"/>
          <a:chOff x="0" y="0"/>
          <a:chExt cx="0" cy="0"/>
        </a:xfrm>
      </p:grpSpPr>
      <p:sp>
        <p:nvSpPr>
          <p:cNvPr id="264" name="Google Shape;264;p33"/>
          <p:cNvSpPr/>
          <p:nvPr/>
        </p:nvSpPr>
        <p:spPr>
          <a:xfrm rot="-5400000">
            <a:off x="-2575150" y="-150"/>
            <a:ext cx="5143800" cy="5143500"/>
          </a:xfrm>
          <a:prstGeom prst="pie">
            <a:avLst>
              <a:gd fmla="val 374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5" name="Google Shape;265;p33"/>
          <p:cNvSpPr/>
          <p:nvPr/>
        </p:nvSpPr>
        <p:spPr>
          <a:xfrm rot="5400000">
            <a:off x="-3261" y="1"/>
            <a:ext cx="5143500" cy="5143500"/>
          </a:xfrm>
          <a:prstGeom prst="pie">
            <a:avLst>
              <a:gd fmla="val 0" name="adj1"/>
              <a:gd fmla="val 540870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33"/>
          <p:cNvSpPr txBox="1"/>
          <p:nvPr>
            <p:ph idx="1" type="subTitle"/>
          </p:nvPr>
        </p:nvSpPr>
        <p:spPr>
          <a:xfrm>
            <a:off x="3236625" y="1936752"/>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67" name="Google Shape;267;p33"/>
          <p:cNvSpPr txBox="1"/>
          <p:nvPr>
            <p:ph idx="2" type="subTitle"/>
          </p:nvPr>
        </p:nvSpPr>
        <p:spPr>
          <a:xfrm>
            <a:off x="3236625" y="292065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68" name="Google Shape;268;p33"/>
          <p:cNvSpPr txBox="1"/>
          <p:nvPr>
            <p:ph idx="3" type="subTitle"/>
          </p:nvPr>
        </p:nvSpPr>
        <p:spPr>
          <a:xfrm>
            <a:off x="3236625" y="3912436"/>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69" name="Google Shape;269;p33"/>
          <p:cNvSpPr txBox="1"/>
          <p:nvPr>
            <p:ph idx="4" type="subTitle"/>
          </p:nvPr>
        </p:nvSpPr>
        <p:spPr>
          <a:xfrm>
            <a:off x="6183150" y="1936752"/>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70" name="Google Shape;270;p33"/>
          <p:cNvSpPr txBox="1"/>
          <p:nvPr>
            <p:ph idx="5" type="subTitle"/>
          </p:nvPr>
        </p:nvSpPr>
        <p:spPr>
          <a:xfrm>
            <a:off x="6183150" y="292065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71" name="Google Shape;271;p33"/>
          <p:cNvSpPr txBox="1"/>
          <p:nvPr>
            <p:ph idx="6" type="subTitle"/>
          </p:nvPr>
        </p:nvSpPr>
        <p:spPr>
          <a:xfrm>
            <a:off x="6183150" y="3912436"/>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72" name="Google Shape;272;p33"/>
          <p:cNvSpPr txBox="1"/>
          <p:nvPr>
            <p:ph type="title"/>
          </p:nvPr>
        </p:nvSpPr>
        <p:spPr>
          <a:xfrm>
            <a:off x="3235425" y="474750"/>
            <a:ext cx="2860800" cy="13158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273" name="Google Shape;273;p33"/>
          <p:cNvSpPr txBox="1"/>
          <p:nvPr>
            <p:ph idx="7"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74" name="Google Shape;274;p33"/>
          <p:cNvSpPr txBox="1"/>
          <p:nvPr>
            <p:ph idx="8"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75" name="Google Shape;275;p3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BLANK_1_1_1_1_1_1_1_1_1_1_1_1_2_1">
    <p:spTree>
      <p:nvGrpSpPr>
        <p:cNvPr id="276" name="Shape 276"/>
        <p:cNvGrpSpPr/>
        <p:nvPr/>
      </p:nvGrpSpPr>
      <p:grpSpPr>
        <a:xfrm>
          <a:off x="0" y="0"/>
          <a:ext cx="0" cy="0"/>
          <a:chOff x="0" y="0"/>
          <a:chExt cx="0" cy="0"/>
        </a:xfrm>
      </p:grpSpPr>
      <p:sp>
        <p:nvSpPr>
          <p:cNvPr id="277" name="Google Shape;277;p34"/>
          <p:cNvSpPr txBox="1"/>
          <p:nvPr>
            <p:ph idx="1" type="subTitle"/>
          </p:nvPr>
        </p:nvSpPr>
        <p:spPr>
          <a:xfrm>
            <a:off x="5537976" y="1421821"/>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78" name="Google Shape;278;p34"/>
          <p:cNvSpPr txBox="1"/>
          <p:nvPr>
            <p:ph idx="2" type="subTitle"/>
          </p:nvPr>
        </p:nvSpPr>
        <p:spPr>
          <a:xfrm>
            <a:off x="5537976" y="1658233"/>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79" name="Google Shape;279;p34"/>
          <p:cNvSpPr txBox="1"/>
          <p:nvPr>
            <p:ph idx="3" type="subTitle"/>
          </p:nvPr>
        </p:nvSpPr>
        <p:spPr>
          <a:xfrm>
            <a:off x="5537976" y="2185603"/>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80" name="Google Shape;280;p34"/>
          <p:cNvSpPr txBox="1"/>
          <p:nvPr>
            <p:ph idx="4" type="subTitle"/>
          </p:nvPr>
        </p:nvSpPr>
        <p:spPr>
          <a:xfrm>
            <a:off x="5537976" y="2421696"/>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81" name="Google Shape;281;p34"/>
          <p:cNvSpPr txBox="1"/>
          <p:nvPr>
            <p:ph idx="5" type="subTitle"/>
          </p:nvPr>
        </p:nvSpPr>
        <p:spPr>
          <a:xfrm>
            <a:off x="5537976" y="2954416"/>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82" name="Google Shape;282;p34"/>
          <p:cNvSpPr txBox="1"/>
          <p:nvPr>
            <p:ph idx="6" type="subTitle"/>
          </p:nvPr>
        </p:nvSpPr>
        <p:spPr>
          <a:xfrm>
            <a:off x="5537976" y="3190509"/>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83" name="Google Shape;283;p34"/>
          <p:cNvSpPr txBox="1"/>
          <p:nvPr>
            <p:ph idx="7" type="subTitle"/>
          </p:nvPr>
        </p:nvSpPr>
        <p:spPr>
          <a:xfrm>
            <a:off x="5537976" y="3717879"/>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84" name="Google Shape;284;p34"/>
          <p:cNvSpPr txBox="1"/>
          <p:nvPr>
            <p:ph idx="8" type="subTitle"/>
          </p:nvPr>
        </p:nvSpPr>
        <p:spPr>
          <a:xfrm>
            <a:off x="5537976" y="3953971"/>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85" name="Google Shape;285;p34"/>
          <p:cNvSpPr/>
          <p:nvPr/>
        </p:nvSpPr>
        <p:spPr>
          <a:xfrm rot="-5400000">
            <a:off x="-1276000" y="1266039"/>
            <a:ext cx="2537400" cy="25374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286" name="Google Shape;286;p34"/>
          <p:cNvSpPr/>
          <p:nvPr/>
        </p:nvSpPr>
        <p:spPr>
          <a:xfrm rot="-5400000">
            <a:off x="-5951" y="2536242"/>
            <a:ext cx="1267200" cy="126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287" name="Google Shape;287;p34"/>
          <p:cNvSpPr/>
          <p:nvPr/>
        </p:nvSpPr>
        <p:spPr>
          <a:xfrm>
            <a:off x="3244" y="3803442"/>
            <a:ext cx="1340100" cy="1340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8" name="Google Shape;288;p34"/>
          <p:cNvSpPr txBox="1"/>
          <p:nvPr>
            <p:ph type="title"/>
          </p:nvPr>
        </p:nvSpPr>
        <p:spPr>
          <a:xfrm>
            <a:off x="1582800" y="1485525"/>
            <a:ext cx="29892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289" name="Google Shape;289;p34"/>
          <p:cNvSpPr txBox="1"/>
          <p:nvPr>
            <p:ph idx="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0" name="Google Shape;290;p34"/>
          <p:cNvSpPr txBox="1"/>
          <p:nvPr>
            <p:ph idx="1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1" name="Google Shape;291;p34"/>
          <p:cNvSpPr txBox="1"/>
          <p:nvPr>
            <p:ph idx="1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92" name="Google Shape;292;p3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CUSTOM_4">
    <p:spTree>
      <p:nvGrpSpPr>
        <p:cNvPr id="293" name="Shape 293"/>
        <p:cNvGrpSpPr/>
        <p:nvPr/>
      </p:nvGrpSpPr>
      <p:grpSpPr>
        <a:xfrm>
          <a:off x="0" y="0"/>
          <a:ext cx="0" cy="0"/>
          <a:chOff x="0" y="0"/>
          <a:chExt cx="0" cy="0"/>
        </a:xfrm>
      </p:grpSpPr>
      <p:sp>
        <p:nvSpPr>
          <p:cNvPr id="294" name="Google Shape;294;p35"/>
          <p:cNvSpPr/>
          <p:nvPr>
            <p:ph idx="2" type="pic"/>
          </p:nvPr>
        </p:nvSpPr>
        <p:spPr>
          <a:xfrm>
            <a:off x="4162550" y="816050"/>
            <a:ext cx="1444500" cy="1444500"/>
          </a:xfrm>
          <a:prstGeom prst="round2DiagRect">
            <a:avLst>
              <a:gd fmla="val 0" name="adj1"/>
              <a:gd fmla="val 0" name="adj2"/>
            </a:avLst>
          </a:prstGeom>
          <a:noFill/>
          <a:ln>
            <a:noFill/>
          </a:ln>
        </p:spPr>
      </p:sp>
      <p:sp>
        <p:nvSpPr>
          <p:cNvPr id="295" name="Google Shape;295;p35"/>
          <p:cNvSpPr/>
          <p:nvPr>
            <p:ph idx="3" type="pic"/>
          </p:nvPr>
        </p:nvSpPr>
        <p:spPr>
          <a:xfrm>
            <a:off x="5788675" y="816050"/>
            <a:ext cx="1444500" cy="1444500"/>
          </a:xfrm>
          <a:prstGeom prst="ellipse">
            <a:avLst/>
          </a:prstGeom>
          <a:noFill/>
          <a:ln>
            <a:noFill/>
          </a:ln>
        </p:spPr>
      </p:sp>
      <p:sp>
        <p:nvSpPr>
          <p:cNvPr id="296" name="Google Shape;296;p35"/>
          <p:cNvSpPr/>
          <p:nvPr>
            <p:ph idx="4" type="pic"/>
          </p:nvPr>
        </p:nvSpPr>
        <p:spPr>
          <a:xfrm>
            <a:off x="7414800" y="816050"/>
            <a:ext cx="1444500" cy="1444500"/>
          </a:xfrm>
          <a:prstGeom prst="round1Rect">
            <a:avLst>
              <a:gd fmla="val 30895" name="adj"/>
            </a:avLst>
          </a:prstGeom>
          <a:noFill/>
          <a:ln>
            <a:noFill/>
          </a:ln>
        </p:spPr>
      </p:sp>
      <p:sp>
        <p:nvSpPr>
          <p:cNvPr id="297" name="Google Shape;297;p35"/>
          <p:cNvSpPr/>
          <p:nvPr>
            <p:ph idx="5" type="pic"/>
          </p:nvPr>
        </p:nvSpPr>
        <p:spPr>
          <a:xfrm>
            <a:off x="2536475" y="2897400"/>
            <a:ext cx="1444500" cy="1444500"/>
          </a:xfrm>
          <a:prstGeom prst="round2DiagRect">
            <a:avLst>
              <a:gd fmla="val 0" name="adj1"/>
              <a:gd fmla="val 0" name="adj2"/>
            </a:avLst>
          </a:prstGeom>
          <a:noFill/>
          <a:ln>
            <a:noFill/>
          </a:ln>
        </p:spPr>
      </p:sp>
      <p:sp>
        <p:nvSpPr>
          <p:cNvPr id="298" name="Google Shape;298;p35"/>
          <p:cNvSpPr/>
          <p:nvPr>
            <p:ph idx="6" type="pic"/>
          </p:nvPr>
        </p:nvSpPr>
        <p:spPr>
          <a:xfrm>
            <a:off x="4162600" y="2897400"/>
            <a:ext cx="1444500" cy="1444500"/>
          </a:xfrm>
          <a:prstGeom prst="ellipse">
            <a:avLst/>
          </a:prstGeom>
          <a:noFill/>
          <a:ln>
            <a:noFill/>
          </a:ln>
        </p:spPr>
      </p:sp>
      <p:sp>
        <p:nvSpPr>
          <p:cNvPr id="299" name="Google Shape;299;p35"/>
          <p:cNvSpPr/>
          <p:nvPr>
            <p:ph idx="7" type="pic"/>
          </p:nvPr>
        </p:nvSpPr>
        <p:spPr>
          <a:xfrm>
            <a:off x="5788725" y="2897400"/>
            <a:ext cx="1444500" cy="1444500"/>
          </a:xfrm>
          <a:prstGeom prst="round1Rect">
            <a:avLst>
              <a:gd fmla="val 30895" name="adj"/>
            </a:avLst>
          </a:prstGeom>
          <a:noFill/>
          <a:ln>
            <a:noFill/>
          </a:ln>
        </p:spPr>
      </p:sp>
      <p:sp>
        <p:nvSpPr>
          <p:cNvPr id="300" name="Google Shape;300;p35"/>
          <p:cNvSpPr txBox="1"/>
          <p:nvPr>
            <p:ph idx="1" type="subTitle"/>
          </p:nvPr>
        </p:nvSpPr>
        <p:spPr>
          <a:xfrm>
            <a:off x="4162750"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01" name="Google Shape;301;p35"/>
          <p:cNvSpPr txBox="1"/>
          <p:nvPr>
            <p:ph idx="8" type="subTitle"/>
          </p:nvPr>
        </p:nvSpPr>
        <p:spPr>
          <a:xfrm>
            <a:off x="4162750"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02" name="Google Shape;302;p35"/>
          <p:cNvSpPr txBox="1"/>
          <p:nvPr>
            <p:ph idx="9" type="subTitle"/>
          </p:nvPr>
        </p:nvSpPr>
        <p:spPr>
          <a:xfrm>
            <a:off x="253662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03" name="Google Shape;303;p35"/>
          <p:cNvSpPr txBox="1"/>
          <p:nvPr>
            <p:ph idx="13" type="subTitle"/>
          </p:nvPr>
        </p:nvSpPr>
        <p:spPr>
          <a:xfrm>
            <a:off x="253662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04" name="Google Shape;304;p35"/>
          <p:cNvSpPr txBox="1"/>
          <p:nvPr>
            <p:ph idx="14" type="subTitle"/>
          </p:nvPr>
        </p:nvSpPr>
        <p:spPr>
          <a:xfrm>
            <a:off x="5788775"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05" name="Google Shape;305;p35"/>
          <p:cNvSpPr txBox="1"/>
          <p:nvPr>
            <p:ph idx="15" type="subTitle"/>
          </p:nvPr>
        </p:nvSpPr>
        <p:spPr>
          <a:xfrm>
            <a:off x="5788775"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06" name="Google Shape;306;p35"/>
          <p:cNvSpPr txBox="1"/>
          <p:nvPr>
            <p:ph idx="16" type="subTitle"/>
          </p:nvPr>
        </p:nvSpPr>
        <p:spPr>
          <a:xfrm>
            <a:off x="7414800"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07" name="Google Shape;307;p35"/>
          <p:cNvSpPr txBox="1"/>
          <p:nvPr>
            <p:ph idx="17" type="subTitle"/>
          </p:nvPr>
        </p:nvSpPr>
        <p:spPr>
          <a:xfrm>
            <a:off x="7414800"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08" name="Google Shape;308;p35"/>
          <p:cNvSpPr txBox="1"/>
          <p:nvPr>
            <p:ph idx="18" type="subTitle"/>
          </p:nvPr>
        </p:nvSpPr>
        <p:spPr>
          <a:xfrm>
            <a:off x="416267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09" name="Google Shape;309;p35"/>
          <p:cNvSpPr txBox="1"/>
          <p:nvPr>
            <p:ph idx="19" type="subTitle"/>
          </p:nvPr>
        </p:nvSpPr>
        <p:spPr>
          <a:xfrm>
            <a:off x="416267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10" name="Google Shape;310;p35"/>
          <p:cNvSpPr txBox="1"/>
          <p:nvPr>
            <p:ph idx="20" type="subTitle"/>
          </p:nvPr>
        </p:nvSpPr>
        <p:spPr>
          <a:xfrm>
            <a:off x="578872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11" name="Google Shape;311;p35"/>
          <p:cNvSpPr txBox="1"/>
          <p:nvPr>
            <p:ph idx="21" type="subTitle"/>
          </p:nvPr>
        </p:nvSpPr>
        <p:spPr>
          <a:xfrm>
            <a:off x="578872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12" name="Google Shape;312;p35"/>
          <p:cNvSpPr txBox="1"/>
          <p:nvPr>
            <p:ph type="title"/>
          </p:nvPr>
        </p:nvSpPr>
        <p:spPr>
          <a:xfrm>
            <a:off x="284700" y="573428"/>
            <a:ext cx="3877800" cy="19023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4000"/>
              <a:buNone/>
              <a:defRPr/>
            </a:lvl1pPr>
            <a:lvl2pPr lvl="1">
              <a:lnSpc>
                <a:spcPct val="90000"/>
              </a:lnSpc>
              <a:spcBef>
                <a:spcPts val="0"/>
              </a:spcBef>
              <a:spcAft>
                <a:spcPts val="0"/>
              </a:spcAft>
              <a:buClr>
                <a:schemeClr val="lt1"/>
              </a:buClr>
              <a:buSzPts val="4000"/>
              <a:buNone/>
              <a:defRPr/>
            </a:lvl2pPr>
            <a:lvl3pPr lvl="2">
              <a:lnSpc>
                <a:spcPct val="90000"/>
              </a:lnSpc>
              <a:spcBef>
                <a:spcPts val="0"/>
              </a:spcBef>
              <a:spcAft>
                <a:spcPts val="0"/>
              </a:spcAft>
              <a:buClr>
                <a:schemeClr val="lt1"/>
              </a:buClr>
              <a:buSzPts val="4000"/>
              <a:buNone/>
              <a:defRPr/>
            </a:lvl3pPr>
            <a:lvl4pPr lvl="3">
              <a:lnSpc>
                <a:spcPct val="90000"/>
              </a:lnSpc>
              <a:spcBef>
                <a:spcPts val="0"/>
              </a:spcBef>
              <a:spcAft>
                <a:spcPts val="0"/>
              </a:spcAft>
              <a:buClr>
                <a:schemeClr val="lt1"/>
              </a:buClr>
              <a:buSzPts val="4000"/>
              <a:buNone/>
              <a:defRPr/>
            </a:lvl4pPr>
            <a:lvl5pPr lvl="4">
              <a:lnSpc>
                <a:spcPct val="90000"/>
              </a:lnSpc>
              <a:spcBef>
                <a:spcPts val="0"/>
              </a:spcBef>
              <a:spcAft>
                <a:spcPts val="0"/>
              </a:spcAft>
              <a:buClr>
                <a:schemeClr val="lt1"/>
              </a:buClr>
              <a:buSzPts val="4000"/>
              <a:buNone/>
              <a:defRPr/>
            </a:lvl5pPr>
            <a:lvl6pPr lvl="5">
              <a:lnSpc>
                <a:spcPct val="90000"/>
              </a:lnSpc>
              <a:spcBef>
                <a:spcPts val="0"/>
              </a:spcBef>
              <a:spcAft>
                <a:spcPts val="0"/>
              </a:spcAft>
              <a:buClr>
                <a:schemeClr val="lt1"/>
              </a:buClr>
              <a:buSzPts val="4000"/>
              <a:buNone/>
              <a:defRPr/>
            </a:lvl6pPr>
            <a:lvl7pPr lvl="6">
              <a:lnSpc>
                <a:spcPct val="90000"/>
              </a:lnSpc>
              <a:spcBef>
                <a:spcPts val="0"/>
              </a:spcBef>
              <a:spcAft>
                <a:spcPts val="0"/>
              </a:spcAft>
              <a:buClr>
                <a:schemeClr val="lt1"/>
              </a:buClr>
              <a:buSzPts val="4000"/>
              <a:buNone/>
              <a:defRPr/>
            </a:lvl7pPr>
            <a:lvl8pPr lvl="7">
              <a:lnSpc>
                <a:spcPct val="90000"/>
              </a:lnSpc>
              <a:spcBef>
                <a:spcPts val="0"/>
              </a:spcBef>
              <a:spcAft>
                <a:spcPts val="0"/>
              </a:spcAft>
              <a:buClr>
                <a:schemeClr val="lt1"/>
              </a:buClr>
              <a:buSzPts val="4000"/>
              <a:buNone/>
              <a:defRPr/>
            </a:lvl8pPr>
            <a:lvl9pPr lvl="8">
              <a:lnSpc>
                <a:spcPct val="90000"/>
              </a:lnSpc>
              <a:spcBef>
                <a:spcPts val="0"/>
              </a:spcBef>
              <a:spcAft>
                <a:spcPts val="0"/>
              </a:spcAft>
              <a:buClr>
                <a:schemeClr val="lt1"/>
              </a:buClr>
              <a:buSzPts val="4000"/>
              <a:buNone/>
              <a:defRPr/>
            </a:lvl9pPr>
          </a:lstStyle>
          <a:p/>
        </p:txBody>
      </p:sp>
      <p:sp>
        <p:nvSpPr>
          <p:cNvPr id="313" name="Google Shape;313;p35"/>
          <p:cNvSpPr txBox="1"/>
          <p:nvPr>
            <p:ph idx="22"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4" name="Google Shape;314;p35"/>
          <p:cNvSpPr txBox="1"/>
          <p:nvPr>
            <p:ph idx="2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5" name="Google Shape;315;p35"/>
          <p:cNvSpPr txBox="1"/>
          <p:nvPr>
            <p:ph idx="2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16" name="Google Shape;316;p3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CUSTOM_4_1">
    <p:spTree>
      <p:nvGrpSpPr>
        <p:cNvPr id="317" name="Shape 317"/>
        <p:cNvGrpSpPr/>
        <p:nvPr/>
      </p:nvGrpSpPr>
      <p:grpSpPr>
        <a:xfrm>
          <a:off x="0" y="0"/>
          <a:ext cx="0" cy="0"/>
          <a:chOff x="0" y="0"/>
          <a:chExt cx="0" cy="0"/>
        </a:xfrm>
      </p:grpSpPr>
      <p:sp>
        <p:nvSpPr>
          <p:cNvPr id="318" name="Google Shape;318;p36"/>
          <p:cNvSpPr/>
          <p:nvPr>
            <p:ph idx="2" type="pic"/>
          </p:nvPr>
        </p:nvSpPr>
        <p:spPr>
          <a:xfrm>
            <a:off x="284700" y="1523850"/>
            <a:ext cx="1514700" cy="1312800"/>
          </a:xfrm>
          <a:prstGeom prst="round1Rect">
            <a:avLst>
              <a:gd fmla="val 39781" name="adj"/>
            </a:avLst>
          </a:prstGeom>
          <a:noFill/>
          <a:ln>
            <a:noFill/>
          </a:ln>
        </p:spPr>
      </p:sp>
      <p:sp>
        <p:nvSpPr>
          <p:cNvPr id="319" name="Google Shape;319;p36"/>
          <p:cNvSpPr/>
          <p:nvPr>
            <p:ph idx="3" type="pic"/>
          </p:nvPr>
        </p:nvSpPr>
        <p:spPr>
          <a:xfrm>
            <a:off x="2163625" y="1523850"/>
            <a:ext cx="1514700" cy="1312800"/>
          </a:xfrm>
          <a:prstGeom prst="round1Rect">
            <a:avLst>
              <a:gd fmla="val 39781" name="adj"/>
            </a:avLst>
          </a:prstGeom>
          <a:noFill/>
          <a:ln>
            <a:noFill/>
          </a:ln>
        </p:spPr>
      </p:sp>
      <p:sp>
        <p:nvSpPr>
          <p:cNvPr id="320" name="Google Shape;320;p36"/>
          <p:cNvSpPr/>
          <p:nvPr>
            <p:ph idx="4" type="pic"/>
          </p:nvPr>
        </p:nvSpPr>
        <p:spPr>
          <a:xfrm>
            <a:off x="4087000" y="1523850"/>
            <a:ext cx="1514700" cy="1312800"/>
          </a:xfrm>
          <a:prstGeom prst="round1Rect">
            <a:avLst>
              <a:gd fmla="val 39781" name="adj"/>
            </a:avLst>
          </a:prstGeom>
          <a:noFill/>
          <a:ln>
            <a:noFill/>
          </a:ln>
        </p:spPr>
      </p:sp>
      <p:sp>
        <p:nvSpPr>
          <p:cNvPr id="321" name="Google Shape;321;p36"/>
          <p:cNvSpPr/>
          <p:nvPr>
            <p:ph idx="5" type="pic"/>
          </p:nvPr>
        </p:nvSpPr>
        <p:spPr>
          <a:xfrm>
            <a:off x="5960425" y="1523850"/>
            <a:ext cx="1514700" cy="1312800"/>
          </a:xfrm>
          <a:prstGeom prst="round1Rect">
            <a:avLst>
              <a:gd fmla="val 39781" name="adj"/>
            </a:avLst>
          </a:prstGeom>
          <a:noFill/>
          <a:ln>
            <a:noFill/>
          </a:ln>
        </p:spPr>
      </p:sp>
      <p:sp>
        <p:nvSpPr>
          <p:cNvPr id="322" name="Google Shape;322;p36"/>
          <p:cNvSpPr txBox="1"/>
          <p:nvPr>
            <p:ph idx="1" type="subTitle"/>
          </p:nvPr>
        </p:nvSpPr>
        <p:spPr>
          <a:xfrm>
            <a:off x="28347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323" name="Google Shape;323;p36"/>
          <p:cNvSpPr txBox="1"/>
          <p:nvPr>
            <p:ph idx="6" type="subTitle"/>
          </p:nvPr>
        </p:nvSpPr>
        <p:spPr>
          <a:xfrm>
            <a:off x="216297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324" name="Google Shape;324;p36"/>
          <p:cNvSpPr txBox="1"/>
          <p:nvPr>
            <p:ph idx="7" type="subTitle"/>
          </p:nvPr>
        </p:nvSpPr>
        <p:spPr>
          <a:xfrm>
            <a:off x="408632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325" name="Google Shape;325;p36"/>
          <p:cNvSpPr txBox="1"/>
          <p:nvPr>
            <p:ph idx="8" type="subTitle"/>
          </p:nvPr>
        </p:nvSpPr>
        <p:spPr>
          <a:xfrm>
            <a:off x="596042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326" name="Google Shape;326;p36"/>
          <p:cNvSpPr txBox="1"/>
          <p:nvPr>
            <p:ph idx="9" type="body"/>
          </p:nvPr>
        </p:nvSpPr>
        <p:spPr>
          <a:xfrm>
            <a:off x="285350"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327" name="Google Shape;327;p36"/>
          <p:cNvSpPr txBox="1"/>
          <p:nvPr>
            <p:ph idx="13" type="body"/>
          </p:nvPr>
        </p:nvSpPr>
        <p:spPr>
          <a:xfrm>
            <a:off x="2162975"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328" name="Google Shape;328;p36"/>
          <p:cNvSpPr txBox="1"/>
          <p:nvPr>
            <p:ph idx="14" type="body"/>
          </p:nvPr>
        </p:nvSpPr>
        <p:spPr>
          <a:xfrm>
            <a:off x="4087000"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329" name="Google Shape;329;p36"/>
          <p:cNvSpPr txBox="1"/>
          <p:nvPr>
            <p:ph idx="15" type="body"/>
          </p:nvPr>
        </p:nvSpPr>
        <p:spPr>
          <a:xfrm>
            <a:off x="5960425"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330" name="Google Shape;330;p36"/>
          <p:cNvSpPr txBox="1"/>
          <p:nvPr>
            <p:ph idx="16" type="subTitle"/>
          </p:nvPr>
        </p:nvSpPr>
        <p:spPr>
          <a:xfrm>
            <a:off x="28347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31" name="Google Shape;331;p36"/>
          <p:cNvSpPr txBox="1"/>
          <p:nvPr>
            <p:ph idx="17" type="subTitle"/>
          </p:nvPr>
        </p:nvSpPr>
        <p:spPr>
          <a:xfrm>
            <a:off x="216297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32" name="Google Shape;332;p36"/>
          <p:cNvSpPr txBox="1"/>
          <p:nvPr>
            <p:ph idx="18" type="subTitle"/>
          </p:nvPr>
        </p:nvSpPr>
        <p:spPr>
          <a:xfrm>
            <a:off x="408632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33" name="Google Shape;333;p36"/>
          <p:cNvSpPr txBox="1"/>
          <p:nvPr>
            <p:ph idx="19" type="subTitle"/>
          </p:nvPr>
        </p:nvSpPr>
        <p:spPr>
          <a:xfrm>
            <a:off x="596042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34" name="Google Shape;334;p36"/>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Clr>
                <a:schemeClr val="lt1"/>
              </a:buClr>
              <a:buSzPts val="2400"/>
              <a:buNone/>
              <a:defRPr sz="2400"/>
            </a:lvl2pPr>
            <a:lvl3pPr lvl="2">
              <a:lnSpc>
                <a:spcPct val="90000"/>
              </a:lnSpc>
              <a:spcBef>
                <a:spcPts val="0"/>
              </a:spcBef>
              <a:spcAft>
                <a:spcPts val="0"/>
              </a:spcAft>
              <a:buClr>
                <a:schemeClr val="lt1"/>
              </a:buClr>
              <a:buSzPts val="2400"/>
              <a:buNone/>
              <a:defRPr sz="2400"/>
            </a:lvl3pPr>
            <a:lvl4pPr lvl="3">
              <a:lnSpc>
                <a:spcPct val="90000"/>
              </a:lnSpc>
              <a:spcBef>
                <a:spcPts val="0"/>
              </a:spcBef>
              <a:spcAft>
                <a:spcPts val="0"/>
              </a:spcAft>
              <a:buClr>
                <a:schemeClr val="lt1"/>
              </a:buClr>
              <a:buSzPts val="2400"/>
              <a:buNone/>
              <a:defRPr sz="2400"/>
            </a:lvl4pPr>
            <a:lvl5pPr lvl="4">
              <a:lnSpc>
                <a:spcPct val="90000"/>
              </a:lnSpc>
              <a:spcBef>
                <a:spcPts val="0"/>
              </a:spcBef>
              <a:spcAft>
                <a:spcPts val="0"/>
              </a:spcAft>
              <a:buClr>
                <a:schemeClr val="lt1"/>
              </a:buClr>
              <a:buSzPts val="2400"/>
              <a:buNone/>
              <a:defRPr sz="2400"/>
            </a:lvl5pPr>
            <a:lvl6pPr lvl="5">
              <a:lnSpc>
                <a:spcPct val="90000"/>
              </a:lnSpc>
              <a:spcBef>
                <a:spcPts val="0"/>
              </a:spcBef>
              <a:spcAft>
                <a:spcPts val="0"/>
              </a:spcAft>
              <a:buClr>
                <a:schemeClr val="lt1"/>
              </a:buClr>
              <a:buSzPts val="2400"/>
              <a:buNone/>
              <a:defRPr sz="2400"/>
            </a:lvl6pPr>
            <a:lvl7pPr lvl="6">
              <a:lnSpc>
                <a:spcPct val="90000"/>
              </a:lnSpc>
              <a:spcBef>
                <a:spcPts val="0"/>
              </a:spcBef>
              <a:spcAft>
                <a:spcPts val="0"/>
              </a:spcAft>
              <a:buClr>
                <a:schemeClr val="lt1"/>
              </a:buClr>
              <a:buSzPts val="2400"/>
              <a:buNone/>
              <a:defRPr sz="2400"/>
            </a:lvl7pPr>
            <a:lvl8pPr lvl="7">
              <a:lnSpc>
                <a:spcPct val="90000"/>
              </a:lnSpc>
              <a:spcBef>
                <a:spcPts val="0"/>
              </a:spcBef>
              <a:spcAft>
                <a:spcPts val="0"/>
              </a:spcAft>
              <a:buClr>
                <a:schemeClr val="lt1"/>
              </a:buClr>
              <a:buSzPts val="2400"/>
              <a:buNone/>
              <a:defRPr sz="2400"/>
            </a:lvl8pPr>
            <a:lvl9pPr lvl="8">
              <a:lnSpc>
                <a:spcPct val="90000"/>
              </a:lnSpc>
              <a:spcBef>
                <a:spcPts val="0"/>
              </a:spcBef>
              <a:spcAft>
                <a:spcPts val="0"/>
              </a:spcAft>
              <a:buClr>
                <a:schemeClr val="lt1"/>
              </a:buClr>
              <a:buSzPts val="2400"/>
              <a:buNone/>
              <a:defRPr sz="2400"/>
            </a:lvl9pPr>
          </a:lstStyle>
          <a:p/>
        </p:txBody>
      </p:sp>
      <p:sp>
        <p:nvSpPr>
          <p:cNvPr id="335" name="Google Shape;335;p36"/>
          <p:cNvSpPr txBox="1"/>
          <p:nvPr>
            <p:ph idx="20"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36" name="Google Shape;336;p36"/>
          <p:cNvSpPr txBox="1"/>
          <p:nvPr>
            <p:ph idx="21"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37" name="Google Shape;337;p36"/>
          <p:cNvSpPr txBox="1"/>
          <p:nvPr>
            <p:ph idx="22"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38" name="Google Shape;338;p3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p:cSld name="CUSTOM_5">
    <p:spTree>
      <p:nvGrpSpPr>
        <p:cNvPr id="339" name="Shape 339"/>
        <p:cNvGrpSpPr/>
        <p:nvPr/>
      </p:nvGrpSpPr>
      <p:grpSpPr>
        <a:xfrm>
          <a:off x="0" y="0"/>
          <a:ext cx="0" cy="0"/>
          <a:chOff x="0" y="0"/>
          <a:chExt cx="0" cy="0"/>
        </a:xfrm>
      </p:grpSpPr>
      <p:sp>
        <p:nvSpPr>
          <p:cNvPr id="340" name="Google Shape;340;p37"/>
          <p:cNvSpPr/>
          <p:nvPr>
            <p:ph idx="2" type="pic"/>
          </p:nvPr>
        </p:nvSpPr>
        <p:spPr>
          <a:xfrm>
            <a:off x="469875" y="1995075"/>
            <a:ext cx="418800" cy="418800"/>
          </a:xfrm>
          <a:prstGeom prst="ellipse">
            <a:avLst/>
          </a:prstGeom>
          <a:noFill/>
          <a:ln>
            <a:noFill/>
          </a:ln>
        </p:spPr>
      </p:sp>
      <p:sp>
        <p:nvSpPr>
          <p:cNvPr id="341" name="Google Shape;341;p37"/>
          <p:cNvSpPr/>
          <p:nvPr>
            <p:ph idx="3" type="pic"/>
          </p:nvPr>
        </p:nvSpPr>
        <p:spPr>
          <a:xfrm>
            <a:off x="888450" y="1995075"/>
            <a:ext cx="418800" cy="418800"/>
          </a:xfrm>
          <a:prstGeom prst="ellipse">
            <a:avLst/>
          </a:prstGeom>
          <a:noFill/>
          <a:ln>
            <a:noFill/>
          </a:ln>
        </p:spPr>
      </p:sp>
      <p:sp>
        <p:nvSpPr>
          <p:cNvPr id="342" name="Google Shape;342;p37"/>
          <p:cNvSpPr/>
          <p:nvPr>
            <p:ph idx="4" type="pic"/>
          </p:nvPr>
        </p:nvSpPr>
        <p:spPr>
          <a:xfrm>
            <a:off x="1307025" y="1995075"/>
            <a:ext cx="418800" cy="418800"/>
          </a:xfrm>
          <a:prstGeom prst="ellipse">
            <a:avLst/>
          </a:prstGeom>
          <a:noFill/>
          <a:ln>
            <a:noFill/>
          </a:ln>
        </p:spPr>
      </p:sp>
      <p:sp>
        <p:nvSpPr>
          <p:cNvPr id="343" name="Google Shape;343;p37"/>
          <p:cNvSpPr/>
          <p:nvPr>
            <p:ph idx="5" type="pic"/>
          </p:nvPr>
        </p:nvSpPr>
        <p:spPr>
          <a:xfrm>
            <a:off x="469875" y="2413650"/>
            <a:ext cx="418800" cy="418800"/>
          </a:xfrm>
          <a:prstGeom prst="ellipse">
            <a:avLst/>
          </a:prstGeom>
          <a:noFill/>
          <a:ln>
            <a:noFill/>
          </a:ln>
        </p:spPr>
      </p:sp>
      <p:sp>
        <p:nvSpPr>
          <p:cNvPr id="344" name="Google Shape;344;p37"/>
          <p:cNvSpPr/>
          <p:nvPr>
            <p:ph idx="6" type="pic"/>
          </p:nvPr>
        </p:nvSpPr>
        <p:spPr>
          <a:xfrm>
            <a:off x="888450" y="2413650"/>
            <a:ext cx="418800" cy="418800"/>
          </a:xfrm>
          <a:prstGeom prst="ellipse">
            <a:avLst/>
          </a:prstGeom>
          <a:noFill/>
          <a:ln>
            <a:noFill/>
          </a:ln>
        </p:spPr>
      </p:sp>
      <p:sp>
        <p:nvSpPr>
          <p:cNvPr id="345" name="Google Shape;345;p37"/>
          <p:cNvSpPr/>
          <p:nvPr>
            <p:ph idx="7" type="pic"/>
          </p:nvPr>
        </p:nvSpPr>
        <p:spPr>
          <a:xfrm>
            <a:off x="1307025" y="2413650"/>
            <a:ext cx="418800" cy="418800"/>
          </a:xfrm>
          <a:prstGeom prst="ellipse">
            <a:avLst/>
          </a:prstGeom>
          <a:noFill/>
          <a:ln>
            <a:noFill/>
          </a:ln>
        </p:spPr>
      </p:sp>
      <p:sp>
        <p:nvSpPr>
          <p:cNvPr id="346" name="Google Shape;346;p37"/>
          <p:cNvSpPr/>
          <p:nvPr>
            <p:ph idx="8" type="pic"/>
          </p:nvPr>
        </p:nvSpPr>
        <p:spPr>
          <a:xfrm>
            <a:off x="3330700" y="1995075"/>
            <a:ext cx="418800" cy="418800"/>
          </a:xfrm>
          <a:prstGeom prst="ellipse">
            <a:avLst/>
          </a:prstGeom>
          <a:noFill/>
          <a:ln>
            <a:noFill/>
          </a:ln>
        </p:spPr>
      </p:sp>
      <p:sp>
        <p:nvSpPr>
          <p:cNvPr id="347" name="Google Shape;347;p37"/>
          <p:cNvSpPr/>
          <p:nvPr>
            <p:ph idx="9" type="pic"/>
          </p:nvPr>
        </p:nvSpPr>
        <p:spPr>
          <a:xfrm>
            <a:off x="3749275" y="1995075"/>
            <a:ext cx="418800" cy="418800"/>
          </a:xfrm>
          <a:prstGeom prst="ellipse">
            <a:avLst/>
          </a:prstGeom>
          <a:noFill/>
          <a:ln>
            <a:noFill/>
          </a:ln>
        </p:spPr>
      </p:sp>
      <p:sp>
        <p:nvSpPr>
          <p:cNvPr id="348" name="Google Shape;348;p37"/>
          <p:cNvSpPr/>
          <p:nvPr>
            <p:ph idx="13" type="pic"/>
          </p:nvPr>
        </p:nvSpPr>
        <p:spPr>
          <a:xfrm>
            <a:off x="4167850" y="1995075"/>
            <a:ext cx="418800" cy="418800"/>
          </a:xfrm>
          <a:prstGeom prst="ellipse">
            <a:avLst/>
          </a:prstGeom>
          <a:noFill/>
          <a:ln>
            <a:noFill/>
          </a:ln>
        </p:spPr>
      </p:sp>
      <p:sp>
        <p:nvSpPr>
          <p:cNvPr id="349" name="Google Shape;349;p37"/>
          <p:cNvSpPr/>
          <p:nvPr>
            <p:ph idx="14" type="pic"/>
          </p:nvPr>
        </p:nvSpPr>
        <p:spPr>
          <a:xfrm>
            <a:off x="3330700" y="2413650"/>
            <a:ext cx="418800" cy="418800"/>
          </a:xfrm>
          <a:prstGeom prst="ellipse">
            <a:avLst/>
          </a:prstGeom>
          <a:noFill/>
          <a:ln>
            <a:noFill/>
          </a:ln>
        </p:spPr>
      </p:sp>
      <p:sp>
        <p:nvSpPr>
          <p:cNvPr id="350" name="Google Shape;350;p37"/>
          <p:cNvSpPr/>
          <p:nvPr>
            <p:ph idx="15" type="pic"/>
          </p:nvPr>
        </p:nvSpPr>
        <p:spPr>
          <a:xfrm>
            <a:off x="3749275" y="2413650"/>
            <a:ext cx="418800" cy="418800"/>
          </a:xfrm>
          <a:prstGeom prst="ellipse">
            <a:avLst/>
          </a:prstGeom>
          <a:noFill/>
          <a:ln>
            <a:noFill/>
          </a:ln>
        </p:spPr>
      </p:sp>
      <p:sp>
        <p:nvSpPr>
          <p:cNvPr id="351" name="Google Shape;351;p37"/>
          <p:cNvSpPr/>
          <p:nvPr>
            <p:ph idx="16" type="pic"/>
          </p:nvPr>
        </p:nvSpPr>
        <p:spPr>
          <a:xfrm>
            <a:off x="4167850" y="2413650"/>
            <a:ext cx="418800" cy="418800"/>
          </a:xfrm>
          <a:prstGeom prst="ellipse">
            <a:avLst/>
          </a:prstGeom>
          <a:noFill/>
          <a:ln>
            <a:noFill/>
          </a:ln>
        </p:spPr>
      </p:sp>
      <p:sp>
        <p:nvSpPr>
          <p:cNvPr id="352" name="Google Shape;352;p37"/>
          <p:cNvSpPr/>
          <p:nvPr>
            <p:ph idx="17" type="pic"/>
          </p:nvPr>
        </p:nvSpPr>
        <p:spPr>
          <a:xfrm>
            <a:off x="469875" y="3832025"/>
            <a:ext cx="418800" cy="418800"/>
          </a:xfrm>
          <a:prstGeom prst="ellipse">
            <a:avLst/>
          </a:prstGeom>
          <a:noFill/>
          <a:ln>
            <a:noFill/>
          </a:ln>
        </p:spPr>
      </p:sp>
      <p:sp>
        <p:nvSpPr>
          <p:cNvPr id="353" name="Google Shape;353;p37"/>
          <p:cNvSpPr/>
          <p:nvPr>
            <p:ph idx="18" type="pic"/>
          </p:nvPr>
        </p:nvSpPr>
        <p:spPr>
          <a:xfrm>
            <a:off x="888450" y="3832025"/>
            <a:ext cx="418800" cy="418800"/>
          </a:xfrm>
          <a:prstGeom prst="ellipse">
            <a:avLst/>
          </a:prstGeom>
          <a:noFill/>
          <a:ln>
            <a:noFill/>
          </a:ln>
        </p:spPr>
      </p:sp>
      <p:sp>
        <p:nvSpPr>
          <p:cNvPr id="354" name="Google Shape;354;p37"/>
          <p:cNvSpPr/>
          <p:nvPr>
            <p:ph idx="19" type="pic"/>
          </p:nvPr>
        </p:nvSpPr>
        <p:spPr>
          <a:xfrm>
            <a:off x="1307025" y="3832025"/>
            <a:ext cx="418800" cy="418800"/>
          </a:xfrm>
          <a:prstGeom prst="ellipse">
            <a:avLst/>
          </a:prstGeom>
          <a:noFill/>
          <a:ln>
            <a:noFill/>
          </a:ln>
        </p:spPr>
      </p:sp>
      <p:sp>
        <p:nvSpPr>
          <p:cNvPr id="355" name="Google Shape;355;p37"/>
          <p:cNvSpPr/>
          <p:nvPr>
            <p:ph idx="20" type="pic"/>
          </p:nvPr>
        </p:nvSpPr>
        <p:spPr>
          <a:xfrm>
            <a:off x="469875" y="4250600"/>
            <a:ext cx="418800" cy="418800"/>
          </a:xfrm>
          <a:prstGeom prst="ellipse">
            <a:avLst/>
          </a:prstGeom>
          <a:noFill/>
          <a:ln>
            <a:noFill/>
          </a:ln>
        </p:spPr>
      </p:sp>
      <p:sp>
        <p:nvSpPr>
          <p:cNvPr id="356" name="Google Shape;356;p37"/>
          <p:cNvSpPr/>
          <p:nvPr>
            <p:ph idx="21" type="pic"/>
          </p:nvPr>
        </p:nvSpPr>
        <p:spPr>
          <a:xfrm>
            <a:off x="888450" y="4250600"/>
            <a:ext cx="418800" cy="418800"/>
          </a:xfrm>
          <a:prstGeom prst="ellipse">
            <a:avLst/>
          </a:prstGeom>
          <a:noFill/>
          <a:ln>
            <a:noFill/>
          </a:ln>
        </p:spPr>
      </p:sp>
      <p:sp>
        <p:nvSpPr>
          <p:cNvPr id="357" name="Google Shape;357;p37"/>
          <p:cNvSpPr/>
          <p:nvPr>
            <p:ph idx="22" type="pic"/>
          </p:nvPr>
        </p:nvSpPr>
        <p:spPr>
          <a:xfrm>
            <a:off x="1307025" y="4250600"/>
            <a:ext cx="418800" cy="418800"/>
          </a:xfrm>
          <a:prstGeom prst="ellipse">
            <a:avLst/>
          </a:prstGeom>
          <a:noFill/>
          <a:ln>
            <a:noFill/>
          </a:ln>
        </p:spPr>
      </p:sp>
      <p:sp>
        <p:nvSpPr>
          <p:cNvPr id="358" name="Google Shape;358;p37"/>
          <p:cNvSpPr/>
          <p:nvPr>
            <p:ph idx="23" type="pic"/>
          </p:nvPr>
        </p:nvSpPr>
        <p:spPr>
          <a:xfrm>
            <a:off x="3330700" y="3832025"/>
            <a:ext cx="418800" cy="418800"/>
          </a:xfrm>
          <a:prstGeom prst="ellipse">
            <a:avLst/>
          </a:prstGeom>
          <a:noFill/>
          <a:ln>
            <a:noFill/>
          </a:ln>
        </p:spPr>
      </p:sp>
      <p:sp>
        <p:nvSpPr>
          <p:cNvPr id="359" name="Google Shape;359;p37"/>
          <p:cNvSpPr/>
          <p:nvPr>
            <p:ph idx="24" type="pic"/>
          </p:nvPr>
        </p:nvSpPr>
        <p:spPr>
          <a:xfrm>
            <a:off x="3749275" y="3832025"/>
            <a:ext cx="418800" cy="418800"/>
          </a:xfrm>
          <a:prstGeom prst="ellipse">
            <a:avLst/>
          </a:prstGeom>
          <a:noFill/>
          <a:ln>
            <a:noFill/>
          </a:ln>
        </p:spPr>
      </p:sp>
      <p:sp>
        <p:nvSpPr>
          <p:cNvPr id="360" name="Google Shape;360;p37"/>
          <p:cNvSpPr/>
          <p:nvPr>
            <p:ph idx="25" type="pic"/>
          </p:nvPr>
        </p:nvSpPr>
        <p:spPr>
          <a:xfrm>
            <a:off x="4167850" y="3832025"/>
            <a:ext cx="418800" cy="418800"/>
          </a:xfrm>
          <a:prstGeom prst="ellipse">
            <a:avLst/>
          </a:prstGeom>
          <a:noFill/>
          <a:ln>
            <a:noFill/>
          </a:ln>
        </p:spPr>
      </p:sp>
      <p:sp>
        <p:nvSpPr>
          <p:cNvPr id="361" name="Google Shape;361;p37"/>
          <p:cNvSpPr/>
          <p:nvPr>
            <p:ph idx="26" type="pic"/>
          </p:nvPr>
        </p:nvSpPr>
        <p:spPr>
          <a:xfrm>
            <a:off x="3330700" y="4250600"/>
            <a:ext cx="418800" cy="418800"/>
          </a:xfrm>
          <a:prstGeom prst="ellipse">
            <a:avLst/>
          </a:prstGeom>
          <a:noFill/>
          <a:ln>
            <a:noFill/>
          </a:ln>
        </p:spPr>
      </p:sp>
      <p:sp>
        <p:nvSpPr>
          <p:cNvPr id="362" name="Google Shape;362;p37"/>
          <p:cNvSpPr/>
          <p:nvPr>
            <p:ph idx="27" type="pic"/>
          </p:nvPr>
        </p:nvSpPr>
        <p:spPr>
          <a:xfrm>
            <a:off x="3749275" y="4250600"/>
            <a:ext cx="418800" cy="418800"/>
          </a:xfrm>
          <a:prstGeom prst="ellipse">
            <a:avLst/>
          </a:prstGeom>
          <a:noFill/>
          <a:ln>
            <a:noFill/>
          </a:ln>
        </p:spPr>
      </p:sp>
      <p:sp>
        <p:nvSpPr>
          <p:cNvPr id="363" name="Google Shape;363;p37"/>
          <p:cNvSpPr/>
          <p:nvPr>
            <p:ph idx="28" type="pic"/>
          </p:nvPr>
        </p:nvSpPr>
        <p:spPr>
          <a:xfrm>
            <a:off x="4167850" y="4250600"/>
            <a:ext cx="418800" cy="418800"/>
          </a:xfrm>
          <a:prstGeom prst="ellipse">
            <a:avLst/>
          </a:prstGeom>
          <a:noFill/>
          <a:ln>
            <a:noFill/>
          </a:ln>
        </p:spPr>
      </p:sp>
      <p:sp>
        <p:nvSpPr>
          <p:cNvPr id="364" name="Google Shape;364;p37"/>
          <p:cNvSpPr txBox="1"/>
          <p:nvPr>
            <p:ph type="title"/>
          </p:nvPr>
        </p:nvSpPr>
        <p:spPr>
          <a:xfrm>
            <a:off x="469875" y="1570725"/>
            <a:ext cx="2229000" cy="293100"/>
          </a:xfrm>
          <a:prstGeom prst="rect">
            <a:avLst/>
          </a:prstGeom>
        </p:spPr>
        <p:txBody>
          <a:bodyPr anchorCtr="0" anchor="t" bIns="0" lIns="0" spcFirstLastPara="1" rIns="91425" wrap="square" tIns="0">
            <a:noAutofit/>
          </a:bodyPr>
          <a:lstStyle>
            <a:lvl1pPr lvl="0">
              <a:spcBef>
                <a:spcPts val="0"/>
              </a:spcBef>
              <a:spcAft>
                <a:spcPts val="0"/>
              </a:spcAft>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2400"/>
              <a:buFont typeface="Poppins"/>
              <a:buNone/>
              <a:defRPr b="1" sz="2400">
                <a:latin typeface="Poppins"/>
                <a:ea typeface="Poppins"/>
                <a:cs typeface="Poppins"/>
                <a:sym typeface="Poppins"/>
              </a:defRPr>
            </a:lvl2pPr>
            <a:lvl3pPr lvl="2">
              <a:spcBef>
                <a:spcPts val="0"/>
              </a:spcBef>
              <a:spcAft>
                <a:spcPts val="0"/>
              </a:spcAft>
              <a:buClr>
                <a:schemeClr val="lt1"/>
              </a:buClr>
              <a:buSzPts val="2400"/>
              <a:buFont typeface="Poppins"/>
              <a:buNone/>
              <a:defRPr b="1" sz="2400">
                <a:latin typeface="Poppins"/>
                <a:ea typeface="Poppins"/>
                <a:cs typeface="Poppins"/>
                <a:sym typeface="Poppins"/>
              </a:defRPr>
            </a:lvl3pPr>
            <a:lvl4pPr lvl="3">
              <a:spcBef>
                <a:spcPts val="0"/>
              </a:spcBef>
              <a:spcAft>
                <a:spcPts val="0"/>
              </a:spcAft>
              <a:buClr>
                <a:schemeClr val="lt1"/>
              </a:buClr>
              <a:buSzPts val="2400"/>
              <a:buFont typeface="Poppins"/>
              <a:buNone/>
              <a:defRPr b="1" sz="2400">
                <a:latin typeface="Poppins"/>
                <a:ea typeface="Poppins"/>
                <a:cs typeface="Poppins"/>
                <a:sym typeface="Poppins"/>
              </a:defRPr>
            </a:lvl4pPr>
            <a:lvl5pPr lvl="4">
              <a:spcBef>
                <a:spcPts val="0"/>
              </a:spcBef>
              <a:spcAft>
                <a:spcPts val="0"/>
              </a:spcAft>
              <a:buClr>
                <a:schemeClr val="lt1"/>
              </a:buClr>
              <a:buSzPts val="2400"/>
              <a:buFont typeface="Poppins"/>
              <a:buNone/>
              <a:defRPr b="1" sz="2400">
                <a:latin typeface="Poppins"/>
                <a:ea typeface="Poppins"/>
                <a:cs typeface="Poppins"/>
                <a:sym typeface="Poppins"/>
              </a:defRPr>
            </a:lvl5pPr>
            <a:lvl6pPr lvl="5">
              <a:spcBef>
                <a:spcPts val="0"/>
              </a:spcBef>
              <a:spcAft>
                <a:spcPts val="0"/>
              </a:spcAft>
              <a:buClr>
                <a:schemeClr val="lt1"/>
              </a:buClr>
              <a:buSzPts val="2400"/>
              <a:buFont typeface="Poppins"/>
              <a:buNone/>
              <a:defRPr b="1" sz="2400">
                <a:latin typeface="Poppins"/>
                <a:ea typeface="Poppins"/>
                <a:cs typeface="Poppins"/>
                <a:sym typeface="Poppins"/>
              </a:defRPr>
            </a:lvl6pPr>
            <a:lvl7pPr lvl="6">
              <a:spcBef>
                <a:spcPts val="0"/>
              </a:spcBef>
              <a:spcAft>
                <a:spcPts val="0"/>
              </a:spcAft>
              <a:buClr>
                <a:schemeClr val="lt1"/>
              </a:buClr>
              <a:buSzPts val="2400"/>
              <a:buFont typeface="Poppins"/>
              <a:buNone/>
              <a:defRPr b="1" sz="2400">
                <a:latin typeface="Poppins"/>
                <a:ea typeface="Poppins"/>
                <a:cs typeface="Poppins"/>
                <a:sym typeface="Poppins"/>
              </a:defRPr>
            </a:lvl7pPr>
            <a:lvl8pPr lvl="7">
              <a:spcBef>
                <a:spcPts val="0"/>
              </a:spcBef>
              <a:spcAft>
                <a:spcPts val="0"/>
              </a:spcAft>
              <a:buClr>
                <a:schemeClr val="lt1"/>
              </a:buClr>
              <a:buSzPts val="2400"/>
              <a:buFont typeface="Poppins"/>
              <a:buNone/>
              <a:defRPr b="1" sz="2400">
                <a:latin typeface="Poppins"/>
                <a:ea typeface="Poppins"/>
                <a:cs typeface="Poppins"/>
                <a:sym typeface="Poppins"/>
              </a:defRPr>
            </a:lvl8pPr>
            <a:lvl9pPr lvl="8">
              <a:spcBef>
                <a:spcPts val="0"/>
              </a:spcBef>
              <a:spcAft>
                <a:spcPts val="0"/>
              </a:spcAft>
              <a:buClr>
                <a:schemeClr val="lt1"/>
              </a:buClr>
              <a:buSzPts val="2400"/>
              <a:buFont typeface="Poppins"/>
              <a:buNone/>
              <a:defRPr b="1" sz="2400">
                <a:latin typeface="Poppins"/>
                <a:ea typeface="Poppins"/>
                <a:cs typeface="Poppins"/>
                <a:sym typeface="Poppins"/>
              </a:defRPr>
            </a:lvl9pPr>
          </a:lstStyle>
          <a:p/>
        </p:txBody>
      </p:sp>
      <p:sp>
        <p:nvSpPr>
          <p:cNvPr id="365" name="Google Shape;365;p37"/>
          <p:cNvSpPr txBox="1"/>
          <p:nvPr>
            <p:ph idx="29" type="title"/>
          </p:nvPr>
        </p:nvSpPr>
        <p:spPr>
          <a:xfrm>
            <a:off x="469875" y="3406431"/>
            <a:ext cx="2229000" cy="293100"/>
          </a:xfrm>
          <a:prstGeom prst="rect">
            <a:avLst/>
          </a:prstGeom>
        </p:spPr>
        <p:txBody>
          <a:bodyPr anchorCtr="0" anchor="t" bIns="0" lIns="0" spcFirstLastPara="1" rIns="91425" wrap="square" tIns="0">
            <a:noAutofit/>
          </a:bodyPr>
          <a:lstStyle>
            <a:lvl1pPr lvl="0">
              <a:spcBef>
                <a:spcPts val="0"/>
              </a:spcBef>
              <a:spcAft>
                <a:spcPts val="0"/>
              </a:spcAft>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2400"/>
              <a:buFont typeface="Poppins"/>
              <a:buNone/>
              <a:defRPr b="1" sz="2400">
                <a:latin typeface="Poppins"/>
                <a:ea typeface="Poppins"/>
                <a:cs typeface="Poppins"/>
                <a:sym typeface="Poppins"/>
              </a:defRPr>
            </a:lvl2pPr>
            <a:lvl3pPr lvl="2">
              <a:spcBef>
                <a:spcPts val="0"/>
              </a:spcBef>
              <a:spcAft>
                <a:spcPts val="0"/>
              </a:spcAft>
              <a:buClr>
                <a:schemeClr val="lt1"/>
              </a:buClr>
              <a:buSzPts val="2400"/>
              <a:buFont typeface="Poppins"/>
              <a:buNone/>
              <a:defRPr b="1" sz="2400">
                <a:latin typeface="Poppins"/>
                <a:ea typeface="Poppins"/>
                <a:cs typeface="Poppins"/>
                <a:sym typeface="Poppins"/>
              </a:defRPr>
            </a:lvl3pPr>
            <a:lvl4pPr lvl="3">
              <a:spcBef>
                <a:spcPts val="0"/>
              </a:spcBef>
              <a:spcAft>
                <a:spcPts val="0"/>
              </a:spcAft>
              <a:buClr>
                <a:schemeClr val="lt1"/>
              </a:buClr>
              <a:buSzPts val="2400"/>
              <a:buFont typeface="Poppins"/>
              <a:buNone/>
              <a:defRPr b="1" sz="2400">
                <a:latin typeface="Poppins"/>
                <a:ea typeface="Poppins"/>
                <a:cs typeface="Poppins"/>
                <a:sym typeface="Poppins"/>
              </a:defRPr>
            </a:lvl4pPr>
            <a:lvl5pPr lvl="4">
              <a:spcBef>
                <a:spcPts val="0"/>
              </a:spcBef>
              <a:spcAft>
                <a:spcPts val="0"/>
              </a:spcAft>
              <a:buClr>
                <a:schemeClr val="lt1"/>
              </a:buClr>
              <a:buSzPts val="2400"/>
              <a:buFont typeface="Poppins"/>
              <a:buNone/>
              <a:defRPr b="1" sz="2400">
                <a:latin typeface="Poppins"/>
                <a:ea typeface="Poppins"/>
                <a:cs typeface="Poppins"/>
                <a:sym typeface="Poppins"/>
              </a:defRPr>
            </a:lvl5pPr>
            <a:lvl6pPr lvl="5">
              <a:spcBef>
                <a:spcPts val="0"/>
              </a:spcBef>
              <a:spcAft>
                <a:spcPts val="0"/>
              </a:spcAft>
              <a:buClr>
                <a:schemeClr val="lt1"/>
              </a:buClr>
              <a:buSzPts val="2400"/>
              <a:buFont typeface="Poppins"/>
              <a:buNone/>
              <a:defRPr b="1" sz="2400">
                <a:latin typeface="Poppins"/>
                <a:ea typeface="Poppins"/>
                <a:cs typeface="Poppins"/>
                <a:sym typeface="Poppins"/>
              </a:defRPr>
            </a:lvl6pPr>
            <a:lvl7pPr lvl="6">
              <a:spcBef>
                <a:spcPts val="0"/>
              </a:spcBef>
              <a:spcAft>
                <a:spcPts val="0"/>
              </a:spcAft>
              <a:buClr>
                <a:schemeClr val="lt1"/>
              </a:buClr>
              <a:buSzPts val="2400"/>
              <a:buFont typeface="Poppins"/>
              <a:buNone/>
              <a:defRPr b="1" sz="2400">
                <a:latin typeface="Poppins"/>
                <a:ea typeface="Poppins"/>
                <a:cs typeface="Poppins"/>
                <a:sym typeface="Poppins"/>
              </a:defRPr>
            </a:lvl7pPr>
            <a:lvl8pPr lvl="7">
              <a:spcBef>
                <a:spcPts val="0"/>
              </a:spcBef>
              <a:spcAft>
                <a:spcPts val="0"/>
              </a:spcAft>
              <a:buClr>
                <a:schemeClr val="lt1"/>
              </a:buClr>
              <a:buSzPts val="2400"/>
              <a:buFont typeface="Poppins"/>
              <a:buNone/>
              <a:defRPr b="1" sz="2400">
                <a:latin typeface="Poppins"/>
                <a:ea typeface="Poppins"/>
                <a:cs typeface="Poppins"/>
                <a:sym typeface="Poppins"/>
              </a:defRPr>
            </a:lvl8pPr>
            <a:lvl9pPr lvl="8">
              <a:spcBef>
                <a:spcPts val="0"/>
              </a:spcBef>
              <a:spcAft>
                <a:spcPts val="0"/>
              </a:spcAft>
              <a:buClr>
                <a:schemeClr val="lt1"/>
              </a:buClr>
              <a:buSzPts val="2400"/>
              <a:buFont typeface="Poppins"/>
              <a:buNone/>
              <a:defRPr b="1" sz="2400">
                <a:latin typeface="Poppins"/>
                <a:ea typeface="Poppins"/>
                <a:cs typeface="Poppins"/>
                <a:sym typeface="Poppins"/>
              </a:defRPr>
            </a:lvl9pPr>
          </a:lstStyle>
          <a:p/>
        </p:txBody>
      </p:sp>
      <p:sp>
        <p:nvSpPr>
          <p:cNvPr id="366" name="Google Shape;366;p37"/>
          <p:cNvSpPr txBox="1"/>
          <p:nvPr>
            <p:ph idx="30" type="title"/>
          </p:nvPr>
        </p:nvSpPr>
        <p:spPr>
          <a:xfrm>
            <a:off x="3330700" y="3406431"/>
            <a:ext cx="2229000" cy="2931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2pPr>
            <a:lvl3pPr lvl="2">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3pPr>
            <a:lvl4pPr lvl="3">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4pPr>
            <a:lvl5pPr lvl="4">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5pPr>
            <a:lvl6pPr lvl="5">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6pPr>
            <a:lvl7pPr lvl="6">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7pPr>
            <a:lvl8pPr lvl="7">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8pPr>
            <a:lvl9pPr lvl="8">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9pPr>
          </a:lstStyle>
          <a:p/>
        </p:txBody>
      </p:sp>
      <p:sp>
        <p:nvSpPr>
          <p:cNvPr id="367" name="Google Shape;367;p37"/>
          <p:cNvSpPr txBox="1"/>
          <p:nvPr>
            <p:ph idx="31" type="title"/>
          </p:nvPr>
        </p:nvSpPr>
        <p:spPr>
          <a:xfrm>
            <a:off x="3330700" y="1570725"/>
            <a:ext cx="2229000" cy="2931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2pPr>
            <a:lvl3pPr lvl="2">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3pPr>
            <a:lvl4pPr lvl="3">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4pPr>
            <a:lvl5pPr lvl="4">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5pPr>
            <a:lvl6pPr lvl="5">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6pPr>
            <a:lvl7pPr lvl="6">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7pPr>
            <a:lvl8pPr lvl="7">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8pPr>
            <a:lvl9pPr lvl="8">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9pPr>
          </a:lstStyle>
          <a:p/>
        </p:txBody>
      </p:sp>
      <p:sp>
        <p:nvSpPr>
          <p:cNvPr id="368" name="Google Shape;368;p37"/>
          <p:cNvSpPr txBox="1"/>
          <p:nvPr>
            <p:ph idx="32"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Clr>
                <a:schemeClr val="lt1"/>
              </a:buClr>
              <a:buSzPts val="2400"/>
              <a:buNone/>
              <a:defRPr sz="2400"/>
            </a:lvl2pPr>
            <a:lvl3pPr lvl="2">
              <a:lnSpc>
                <a:spcPct val="90000"/>
              </a:lnSpc>
              <a:spcBef>
                <a:spcPts val="0"/>
              </a:spcBef>
              <a:spcAft>
                <a:spcPts val="0"/>
              </a:spcAft>
              <a:buClr>
                <a:schemeClr val="lt1"/>
              </a:buClr>
              <a:buSzPts val="2400"/>
              <a:buNone/>
              <a:defRPr sz="2400"/>
            </a:lvl3pPr>
            <a:lvl4pPr lvl="3">
              <a:lnSpc>
                <a:spcPct val="90000"/>
              </a:lnSpc>
              <a:spcBef>
                <a:spcPts val="0"/>
              </a:spcBef>
              <a:spcAft>
                <a:spcPts val="0"/>
              </a:spcAft>
              <a:buClr>
                <a:schemeClr val="lt1"/>
              </a:buClr>
              <a:buSzPts val="2400"/>
              <a:buNone/>
              <a:defRPr sz="2400"/>
            </a:lvl4pPr>
            <a:lvl5pPr lvl="4">
              <a:lnSpc>
                <a:spcPct val="90000"/>
              </a:lnSpc>
              <a:spcBef>
                <a:spcPts val="0"/>
              </a:spcBef>
              <a:spcAft>
                <a:spcPts val="0"/>
              </a:spcAft>
              <a:buClr>
                <a:schemeClr val="lt1"/>
              </a:buClr>
              <a:buSzPts val="2400"/>
              <a:buNone/>
              <a:defRPr sz="2400"/>
            </a:lvl5pPr>
            <a:lvl6pPr lvl="5">
              <a:lnSpc>
                <a:spcPct val="90000"/>
              </a:lnSpc>
              <a:spcBef>
                <a:spcPts val="0"/>
              </a:spcBef>
              <a:spcAft>
                <a:spcPts val="0"/>
              </a:spcAft>
              <a:buClr>
                <a:schemeClr val="lt1"/>
              </a:buClr>
              <a:buSzPts val="2400"/>
              <a:buNone/>
              <a:defRPr sz="2400"/>
            </a:lvl6pPr>
            <a:lvl7pPr lvl="6">
              <a:lnSpc>
                <a:spcPct val="90000"/>
              </a:lnSpc>
              <a:spcBef>
                <a:spcPts val="0"/>
              </a:spcBef>
              <a:spcAft>
                <a:spcPts val="0"/>
              </a:spcAft>
              <a:buClr>
                <a:schemeClr val="lt1"/>
              </a:buClr>
              <a:buSzPts val="2400"/>
              <a:buNone/>
              <a:defRPr sz="2400"/>
            </a:lvl7pPr>
            <a:lvl8pPr lvl="7">
              <a:lnSpc>
                <a:spcPct val="90000"/>
              </a:lnSpc>
              <a:spcBef>
                <a:spcPts val="0"/>
              </a:spcBef>
              <a:spcAft>
                <a:spcPts val="0"/>
              </a:spcAft>
              <a:buClr>
                <a:schemeClr val="lt1"/>
              </a:buClr>
              <a:buSzPts val="2400"/>
              <a:buNone/>
              <a:defRPr sz="2400"/>
            </a:lvl8pPr>
            <a:lvl9pPr lvl="8">
              <a:lnSpc>
                <a:spcPct val="90000"/>
              </a:lnSpc>
              <a:spcBef>
                <a:spcPts val="0"/>
              </a:spcBef>
              <a:spcAft>
                <a:spcPts val="0"/>
              </a:spcAft>
              <a:buClr>
                <a:schemeClr val="lt1"/>
              </a:buClr>
              <a:buSzPts val="2400"/>
              <a:buNone/>
              <a:defRPr sz="2400"/>
            </a:lvl9pPr>
          </a:lstStyle>
          <a:p/>
        </p:txBody>
      </p:sp>
      <p:sp>
        <p:nvSpPr>
          <p:cNvPr id="369" name="Google Shape;369;p37"/>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0" name="Google Shape;370;p37"/>
          <p:cNvSpPr txBox="1"/>
          <p:nvPr>
            <p:ph idx="3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1" name="Google Shape;371;p37"/>
          <p:cNvSpPr txBox="1"/>
          <p:nvPr>
            <p:ph idx="3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72" name="Google Shape;372;p3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 Alt 1">
  <p:cSld name="CUSTOM_6">
    <p:spTree>
      <p:nvGrpSpPr>
        <p:cNvPr id="373" name="Shape 373"/>
        <p:cNvGrpSpPr/>
        <p:nvPr/>
      </p:nvGrpSpPr>
      <p:grpSpPr>
        <a:xfrm>
          <a:off x="0" y="0"/>
          <a:ext cx="0" cy="0"/>
          <a:chOff x="0" y="0"/>
          <a:chExt cx="0" cy="0"/>
        </a:xfrm>
      </p:grpSpPr>
      <p:pic>
        <p:nvPicPr>
          <p:cNvPr id="374" name="Google Shape;374;p38"/>
          <p:cNvPicPr preferRelativeResize="0"/>
          <p:nvPr/>
        </p:nvPicPr>
        <p:blipFill rotWithShape="1">
          <a:blip r:embed="rId2">
            <a:alphaModFix/>
          </a:blip>
          <a:srcRect b="39660" l="32510" r="27293" t="0"/>
          <a:stretch/>
        </p:blipFill>
        <p:spPr>
          <a:xfrm>
            <a:off x="1701300" y="1641428"/>
            <a:ext cx="653100" cy="653400"/>
          </a:xfrm>
          <a:prstGeom prst="ellipse">
            <a:avLst/>
          </a:prstGeom>
          <a:noFill/>
          <a:ln>
            <a:noFill/>
          </a:ln>
        </p:spPr>
      </p:pic>
      <p:sp>
        <p:nvSpPr>
          <p:cNvPr id="375" name="Google Shape;375;p38"/>
          <p:cNvSpPr/>
          <p:nvPr>
            <p:ph idx="2" type="pic"/>
          </p:nvPr>
        </p:nvSpPr>
        <p:spPr>
          <a:xfrm>
            <a:off x="1701300" y="1641575"/>
            <a:ext cx="653100" cy="653100"/>
          </a:xfrm>
          <a:prstGeom prst="ellipse">
            <a:avLst/>
          </a:prstGeom>
          <a:noFill/>
          <a:ln>
            <a:noFill/>
          </a:ln>
        </p:spPr>
      </p:sp>
      <p:sp>
        <p:nvSpPr>
          <p:cNvPr id="376" name="Google Shape;376;p38"/>
          <p:cNvSpPr txBox="1"/>
          <p:nvPr>
            <p:ph idx="1" type="subTitle"/>
          </p:nvPr>
        </p:nvSpPr>
        <p:spPr>
          <a:xfrm>
            <a:off x="425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77" name="Google Shape;377;p38"/>
          <p:cNvSpPr txBox="1"/>
          <p:nvPr>
            <p:ph idx="3" type="subTitle"/>
          </p:nvPr>
        </p:nvSpPr>
        <p:spPr>
          <a:xfrm>
            <a:off x="425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78" name="Google Shape;378;p38"/>
          <p:cNvPicPr preferRelativeResize="0"/>
          <p:nvPr/>
        </p:nvPicPr>
        <p:blipFill rotWithShape="1">
          <a:blip r:embed="rId2">
            <a:alphaModFix/>
          </a:blip>
          <a:srcRect b="39660" l="32510" r="27293" t="0"/>
          <a:stretch/>
        </p:blipFill>
        <p:spPr>
          <a:xfrm>
            <a:off x="4206300" y="1641428"/>
            <a:ext cx="653100" cy="653400"/>
          </a:xfrm>
          <a:prstGeom prst="ellipse">
            <a:avLst/>
          </a:prstGeom>
          <a:noFill/>
          <a:ln>
            <a:noFill/>
          </a:ln>
        </p:spPr>
      </p:pic>
      <p:sp>
        <p:nvSpPr>
          <p:cNvPr id="379" name="Google Shape;379;p38"/>
          <p:cNvSpPr/>
          <p:nvPr>
            <p:ph idx="4" type="pic"/>
          </p:nvPr>
        </p:nvSpPr>
        <p:spPr>
          <a:xfrm>
            <a:off x="4206300" y="1641575"/>
            <a:ext cx="653100" cy="653100"/>
          </a:xfrm>
          <a:prstGeom prst="ellipse">
            <a:avLst/>
          </a:prstGeom>
          <a:noFill/>
          <a:ln>
            <a:noFill/>
          </a:ln>
        </p:spPr>
      </p:sp>
      <p:sp>
        <p:nvSpPr>
          <p:cNvPr id="380" name="Google Shape;380;p38"/>
          <p:cNvSpPr txBox="1"/>
          <p:nvPr>
            <p:ph idx="5" type="subTitle"/>
          </p:nvPr>
        </p:nvSpPr>
        <p:spPr>
          <a:xfrm>
            <a:off x="2930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81" name="Google Shape;381;p38"/>
          <p:cNvSpPr txBox="1"/>
          <p:nvPr>
            <p:ph idx="6" type="subTitle"/>
          </p:nvPr>
        </p:nvSpPr>
        <p:spPr>
          <a:xfrm>
            <a:off x="2930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82" name="Google Shape;382;p38"/>
          <p:cNvPicPr preferRelativeResize="0"/>
          <p:nvPr/>
        </p:nvPicPr>
        <p:blipFill rotWithShape="1">
          <a:blip r:embed="rId2">
            <a:alphaModFix/>
          </a:blip>
          <a:srcRect b="39660" l="32510" r="27293" t="0"/>
          <a:stretch/>
        </p:blipFill>
        <p:spPr>
          <a:xfrm>
            <a:off x="6711300" y="1641428"/>
            <a:ext cx="653100" cy="653400"/>
          </a:xfrm>
          <a:prstGeom prst="ellipse">
            <a:avLst/>
          </a:prstGeom>
          <a:noFill/>
          <a:ln>
            <a:noFill/>
          </a:ln>
        </p:spPr>
      </p:pic>
      <p:sp>
        <p:nvSpPr>
          <p:cNvPr id="383" name="Google Shape;383;p38"/>
          <p:cNvSpPr/>
          <p:nvPr>
            <p:ph idx="7" type="pic"/>
          </p:nvPr>
        </p:nvSpPr>
        <p:spPr>
          <a:xfrm>
            <a:off x="6711300" y="1641575"/>
            <a:ext cx="653100" cy="653100"/>
          </a:xfrm>
          <a:prstGeom prst="ellipse">
            <a:avLst/>
          </a:prstGeom>
          <a:noFill/>
          <a:ln>
            <a:noFill/>
          </a:ln>
        </p:spPr>
      </p:sp>
      <p:sp>
        <p:nvSpPr>
          <p:cNvPr id="384" name="Google Shape;384;p38"/>
          <p:cNvSpPr txBox="1"/>
          <p:nvPr>
            <p:ph idx="8" type="subTitle"/>
          </p:nvPr>
        </p:nvSpPr>
        <p:spPr>
          <a:xfrm>
            <a:off x="5435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85" name="Google Shape;385;p38"/>
          <p:cNvSpPr txBox="1"/>
          <p:nvPr>
            <p:ph idx="9" type="subTitle"/>
          </p:nvPr>
        </p:nvSpPr>
        <p:spPr>
          <a:xfrm>
            <a:off x="5435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86" name="Google Shape;386;p38"/>
          <p:cNvPicPr preferRelativeResize="0"/>
          <p:nvPr/>
        </p:nvPicPr>
        <p:blipFill rotWithShape="1">
          <a:blip r:embed="rId2">
            <a:alphaModFix/>
          </a:blip>
          <a:srcRect b="39660" l="32510" r="27293" t="0"/>
          <a:stretch/>
        </p:blipFill>
        <p:spPr>
          <a:xfrm>
            <a:off x="1701300" y="2749328"/>
            <a:ext cx="653100" cy="653400"/>
          </a:xfrm>
          <a:prstGeom prst="ellipse">
            <a:avLst/>
          </a:prstGeom>
          <a:noFill/>
          <a:ln>
            <a:noFill/>
          </a:ln>
        </p:spPr>
      </p:pic>
      <p:sp>
        <p:nvSpPr>
          <p:cNvPr id="387" name="Google Shape;387;p38"/>
          <p:cNvSpPr/>
          <p:nvPr>
            <p:ph idx="13" type="pic"/>
          </p:nvPr>
        </p:nvSpPr>
        <p:spPr>
          <a:xfrm>
            <a:off x="1701300" y="2749475"/>
            <a:ext cx="653100" cy="653100"/>
          </a:xfrm>
          <a:prstGeom prst="ellipse">
            <a:avLst/>
          </a:prstGeom>
          <a:noFill/>
          <a:ln>
            <a:noFill/>
          </a:ln>
        </p:spPr>
      </p:sp>
      <p:sp>
        <p:nvSpPr>
          <p:cNvPr id="388" name="Google Shape;388;p38"/>
          <p:cNvSpPr txBox="1"/>
          <p:nvPr>
            <p:ph idx="14" type="subTitle"/>
          </p:nvPr>
        </p:nvSpPr>
        <p:spPr>
          <a:xfrm>
            <a:off x="425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89" name="Google Shape;389;p38"/>
          <p:cNvSpPr txBox="1"/>
          <p:nvPr>
            <p:ph idx="15" type="subTitle"/>
          </p:nvPr>
        </p:nvSpPr>
        <p:spPr>
          <a:xfrm>
            <a:off x="425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90" name="Google Shape;390;p38"/>
          <p:cNvPicPr preferRelativeResize="0"/>
          <p:nvPr/>
        </p:nvPicPr>
        <p:blipFill rotWithShape="1">
          <a:blip r:embed="rId2">
            <a:alphaModFix/>
          </a:blip>
          <a:srcRect b="39660" l="32510" r="27293" t="0"/>
          <a:stretch/>
        </p:blipFill>
        <p:spPr>
          <a:xfrm>
            <a:off x="4206300" y="2749328"/>
            <a:ext cx="653100" cy="653400"/>
          </a:xfrm>
          <a:prstGeom prst="ellipse">
            <a:avLst/>
          </a:prstGeom>
          <a:noFill/>
          <a:ln>
            <a:noFill/>
          </a:ln>
        </p:spPr>
      </p:pic>
      <p:sp>
        <p:nvSpPr>
          <p:cNvPr id="391" name="Google Shape;391;p38"/>
          <p:cNvSpPr/>
          <p:nvPr>
            <p:ph idx="16" type="pic"/>
          </p:nvPr>
        </p:nvSpPr>
        <p:spPr>
          <a:xfrm>
            <a:off x="4206300" y="2749475"/>
            <a:ext cx="653100" cy="653100"/>
          </a:xfrm>
          <a:prstGeom prst="ellipse">
            <a:avLst/>
          </a:prstGeom>
          <a:noFill/>
          <a:ln>
            <a:noFill/>
          </a:ln>
        </p:spPr>
      </p:sp>
      <p:sp>
        <p:nvSpPr>
          <p:cNvPr id="392" name="Google Shape;392;p38"/>
          <p:cNvSpPr txBox="1"/>
          <p:nvPr>
            <p:ph idx="17" type="subTitle"/>
          </p:nvPr>
        </p:nvSpPr>
        <p:spPr>
          <a:xfrm>
            <a:off x="2930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93" name="Google Shape;393;p38"/>
          <p:cNvSpPr txBox="1"/>
          <p:nvPr>
            <p:ph idx="18" type="subTitle"/>
          </p:nvPr>
        </p:nvSpPr>
        <p:spPr>
          <a:xfrm>
            <a:off x="2930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94" name="Google Shape;394;p38"/>
          <p:cNvPicPr preferRelativeResize="0"/>
          <p:nvPr/>
        </p:nvPicPr>
        <p:blipFill rotWithShape="1">
          <a:blip r:embed="rId2">
            <a:alphaModFix/>
          </a:blip>
          <a:srcRect b="39660" l="32510" r="27293" t="0"/>
          <a:stretch/>
        </p:blipFill>
        <p:spPr>
          <a:xfrm>
            <a:off x="6711300" y="2749328"/>
            <a:ext cx="653100" cy="653400"/>
          </a:xfrm>
          <a:prstGeom prst="ellipse">
            <a:avLst/>
          </a:prstGeom>
          <a:noFill/>
          <a:ln>
            <a:noFill/>
          </a:ln>
        </p:spPr>
      </p:pic>
      <p:sp>
        <p:nvSpPr>
          <p:cNvPr id="395" name="Google Shape;395;p38"/>
          <p:cNvSpPr/>
          <p:nvPr>
            <p:ph idx="19" type="pic"/>
          </p:nvPr>
        </p:nvSpPr>
        <p:spPr>
          <a:xfrm>
            <a:off x="6711300" y="2749475"/>
            <a:ext cx="653100" cy="653100"/>
          </a:xfrm>
          <a:prstGeom prst="ellipse">
            <a:avLst/>
          </a:prstGeom>
          <a:noFill/>
          <a:ln>
            <a:noFill/>
          </a:ln>
        </p:spPr>
      </p:sp>
      <p:sp>
        <p:nvSpPr>
          <p:cNvPr id="396" name="Google Shape;396;p38"/>
          <p:cNvSpPr txBox="1"/>
          <p:nvPr>
            <p:ph idx="20" type="subTitle"/>
          </p:nvPr>
        </p:nvSpPr>
        <p:spPr>
          <a:xfrm>
            <a:off x="5435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97" name="Google Shape;397;p38"/>
          <p:cNvSpPr txBox="1"/>
          <p:nvPr>
            <p:ph idx="21" type="subTitle"/>
          </p:nvPr>
        </p:nvSpPr>
        <p:spPr>
          <a:xfrm>
            <a:off x="5435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98" name="Google Shape;398;p38"/>
          <p:cNvPicPr preferRelativeResize="0"/>
          <p:nvPr/>
        </p:nvPicPr>
        <p:blipFill rotWithShape="1">
          <a:blip r:embed="rId2">
            <a:alphaModFix/>
          </a:blip>
          <a:srcRect b="39660" l="32510" r="27293" t="0"/>
          <a:stretch/>
        </p:blipFill>
        <p:spPr>
          <a:xfrm>
            <a:off x="1701300" y="3857228"/>
            <a:ext cx="653100" cy="653400"/>
          </a:xfrm>
          <a:prstGeom prst="ellipse">
            <a:avLst/>
          </a:prstGeom>
          <a:noFill/>
          <a:ln>
            <a:noFill/>
          </a:ln>
        </p:spPr>
      </p:pic>
      <p:sp>
        <p:nvSpPr>
          <p:cNvPr id="399" name="Google Shape;399;p38"/>
          <p:cNvSpPr/>
          <p:nvPr>
            <p:ph idx="22" type="pic"/>
          </p:nvPr>
        </p:nvSpPr>
        <p:spPr>
          <a:xfrm>
            <a:off x="1701300" y="3857375"/>
            <a:ext cx="653100" cy="653100"/>
          </a:xfrm>
          <a:prstGeom prst="ellipse">
            <a:avLst/>
          </a:prstGeom>
          <a:noFill/>
          <a:ln>
            <a:noFill/>
          </a:ln>
        </p:spPr>
      </p:sp>
      <p:sp>
        <p:nvSpPr>
          <p:cNvPr id="400" name="Google Shape;400;p38"/>
          <p:cNvSpPr txBox="1"/>
          <p:nvPr>
            <p:ph idx="23" type="subTitle"/>
          </p:nvPr>
        </p:nvSpPr>
        <p:spPr>
          <a:xfrm>
            <a:off x="425050"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01" name="Google Shape;401;p38"/>
          <p:cNvSpPr txBox="1"/>
          <p:nvPr>
            <p:ph idx="24" type="subTitle"/>
          </p:nvPr>
        </p:nvSpPr>
        <p:spPr>
          <a:xfrm>
            <a:off x="425050"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402" name="Google Shape;402;p38"/>
          <p:cNvPicPr preferRelativeResize="0"/>
          <p:nvPr/>
        </p:nvPicPr>
        <p:blipFill rotWithShape="1">
          <a:blip r:embed="rId2">
            <a:alphaModFix/>
          </a:blip>
          <a:srcRect b="39660" l="32510" r="27293" t="0"/>
          <a:stretch/>
        </p:blipFill>
        <p:spPr>
          <a:xfrm>
            <a:off x="4214044" y="3857228"/>
            <a:ext cx="653100" cy="653400"/>
          </a:xfrm>
          <a:prstGeom prst="ellipse">
            <a:avLst/>
          </a:prstGeom>
          <a:noFill/>
          <a:ln>
            <a:noFill/>
          </a:ln>
        </p:spPr>
      </p:pic>
      <p:sp>
        <p:nvSpPr>
          <p:cNvPr id="403" name="Google Shape;403;p38"/>
          <p:cNvSpPr/>
          <p:nvPr>
            <p:ph idx="25" type="pic"/>
          </p:nvPr>
        </p:nvSpPr>
        <p:spPr>
          <a:xfrm>
            <a:off x="4214044" y="3857375"/>
            <a:ext cx="653100" cy="653100"/>
          </a:xfrm>
          <a:prstGeom prst="ellipse">
            <a:avLst/>
          </a:prstGeom>
          <a:noFill/>
          <a:ln>
            <a:noFill/>
          </a:ln>
        </p:spPr>
      </p:sp>
      <p:sp>
        <p:nvSpPr>
          <p:cNvPr id="404" name="Google Shape;404;p38"/>
          <p:cNvSpPr txBox="1"/>
          <p:nvPr>
            <p:ph idx="26" type="subTitle"/>
          </p:nvPr>
        </p:nvSpPr>
        <p:spPr>
          <a:xfrm>
            <a:off x="2937794"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405" name="Google Shape;405;p38"/>
          <p:cNvSpPr txBox="1"/>
          <p:nvPr>
            <p:ph idx="27" type="subTitle"/>
          </p:nvPr>
        </p:nvSpPr>
        <p:spPr>
          <a:xfrm>
            <a:off x="2937794"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406" name="Google Shape;406;p38"/>
          <p:cNvPicPr preferRelativeResize="0"/>
          <p:nvPr/>
        </p:nvPicPr>
        <p:blipFill rotWithShape="1">
          <a:blip r:embed="rId2">
            <a:alphaModFix/>
          </a:blip>
          <a:srcRect b="39660" l="32510" r="27293" t="0"/>
          <a:stretch/>
        </p:blipFill>
        <p:spPr>
          <a:xfrm>
            <a:off x="6719044" y="3857228"/>
            <a:ext cx="653100" cy="653400"/>
          </a:xfrm>
          <a:prstGeom prst="ellipse">
            <a:avLst/>
          </a:prstGeom>
          <a:noFill/>
          <a:ln>
            <a:noFill/>
          </a:ln>
        </p:spPr>
      </p:pic>
      <p:sp>
        <p:nvSpPr>
          <p:cNvPr id="407" name="Google Shape;407;p38"/>
          <p:cNvSpPr/>
          <p:nvPr>
            <p:ph idx="28" type="pic"/>
          </p:nvPr>
        </p:nvSpPr>
        <p:spPr>
          <a:xfrm>
            <a:off x="6719044" y="3857375"/>
            <a:ext cx="653100" cy="653100"/>
          </a:xfrm>
          <a:prstGeom prst="ellipse">
            <a:avLst/>
          </a:prstGeom>
          <a:noFill/>
          <a:ln>
            <a:noFill/>
          </a:ln>
        </p:spPr>
      </p:sp>
      <p:sp>
        <p:nvSpPr>
          <p:cNvPr id="408" name="Google Shape;408;p38"/>
          <p:cNvSpPr txBox="1"/>
          <p:nvPr>
            <p:ph idx="29" type="subTitle"/>
          </p:nvPr>
        </p:nvSpPr>
        <p:spPr>
          <a:xfrm>
            <a:off x="5442794"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09" name="Google Shape;409;p38"/>
          <p:cNvSpPr txBox="1"/>
          <p:nvPr>
            <p:ph idx="30" type="subTitle"/>
          </p:nvPr>
        </p:nvSpPr>
        <p:spPr>
          <a:xfrm>
            <a:off x="5442794"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10" name="Google Shape;410;p38"/>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411" name="Google Shape;411;p38"/>
          <p:cNvSpPr txBox="1"/>
          <p:nvPr>
            <p:ph idx="3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12" name="Google Shape;412;p38"/>
          <p:cNvSpPr txBox="1"/>
          <p:nvPr>
            <p:ph idx="3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13" name="Google Shape;413;p38"/>
          <p:cNvSpPr txBox="1"/>
          <p:nvPr>
            <p:ph idx="3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14" name="Google Shape;414;p3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 Alt 2">
  <p:cSld name="CUSTOM_6_1">
    <p:spTree>
      <p:nvGrpSpPr>
        <p:cNvPr id="415" name="Shape 415"/>
        <p:cNvGrpSpPr/>
        <p:nvPr/>
      </p:nvGrpSpPr>
      <p:grpSpPr>
        <a:xfrm>
          <a:off x="0" y="0"/>
          <a:ext cx="0" cy="0"/>
          <a:chOff x="0" y="0"/>
          <a:chExt cx="0" cy="0"/>
        </a:xfrm>
      </p:grpSpPr>
      <p:sp>
        <p:nvSpPr>
          <p:cNvPr id="416" name="Google Shape;416;p39"/>
          <p:cNvSpPr txBox="1"/>
          <p:nvPr>
            <p:ph idx="1" type="subTitle"/>
          </p:nvPr>
        </p:nvSpPr>
        <p:spPr>
          <a:xfrm>
            <a:off x="284700"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417" name="Google Shape;417;p39"/>
          <p:cNvSpPr txBox="1"/>
          <p:nvPr>
            <p:ph idx="2" type="subTitle"/>
          </p:nvPr>
        </p:nvSpPr>
        <p:spPr>
          <a:xfrm>
            <a:off x="3375375"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418" name="Google Shape;418;p39"/>
          <p:cNvSpPr txBox="1"/>
          <p:nvPr>
            <p:ph idx="3" type="subTitle"/>
          </p:nvPr>
        </p:nvSpPr>
        <p:spPr>
          <a:xfrm>
            <a:off x="6350375"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419" name="Google Shape;419;p39"/>
          <p:cNvSpPr/>
          <p:nvPr>
            <p:ph idx="4" type="pic"/>
          </p:nvPr>
        </p:nvSpPr>
        <p:spPr>
          <a:xfrm>
            <a:off x="1811447" y="1687497"/>
            <a:ext cx="653100" cy="653100"/>
          </a:xfrm>
          <a:prstGeom prst="ellipse">
            <a:avLst/>
          </a:prstGeom>
          <a:noFill/>
          <a:ln>
            <a:noFill/>
          </a:ln>
        </p:spPr>
      </p:sp>
      <p:sp>
        <p:nvSpPr>
          <p:cNvPr id="420" name="Google Shape;420;p39"/>
          <p:cNvSpPr txBox="1"/>
          <p:nvPr>
            <p:ph idx="5" type="subTitle"/>
          </p:nvPr>
        </p:nvSpPr>
        <p:spPr>
          <a:xfrm>
            <a:off x="535197"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21" name="Google Shape;421;p39"/>
          <p:cNvSpPr txBox="1"/>
          <p:nvPr>
            <p:ph idx="6" type="subTitle"/>
          </p:nvPr>
        </p:nvSpPr>
        <p:spPr>
          <a:xfrm>
            <a:off x="535197"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22" name="Google Shape;422;p39"/>
          <p:cNvSpPr/>
          <p:nvPr>
            <p:ph idx="7" type="pic"/>
          </p:nvPr>
        </p:nvSpPr>
        <p:spPr>
          <a:xfrm>
            <a:off x="1811447" y="2709697"/>
            <a:ext cx="653100" cy="653100"/>
          </a:xfrm>
          <a:prstGeom prst="ellipse">
            <a:avLst/>
          </a:prstGeom>
          <a:noFill/>
          <a:ln>
            <a:noFill/>
          </a:ln>
        </p:spPr>
      </p:sp>
      <p:sp>
        <p:nvSpPr>
          <p:cNvPr id="423" name="Google Shape;423;p39"/>
          <p:cNvSpPr txBox="1"/>
          <p:nvPr>
            <p:ph idx="8" type="subTitle"/>
          </p:nvPr>
        </p:nvSpPr>
        <p:spPr>
          <a:xfrm>
            <a:off x="535197"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24" name="Google Shape;424;p39"/>
          <p:cNvSpPr txBox="1"/>
          <p:nvPr>
            <p:ph idx="9" type="subTitle"/>
          </p:nvPr>
        </p:nvSpPr>
        <p:spPr>
          <a:xfrm>
            <a:off x="535197"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25" name="Google Shape;425;p39"/>
          <p:cNvSpPr/>
          <p:nvPr>
            <p:ph idx="13" type="pic"/>
          </p:nvPr>
        </p:nvSpPr>
        <p:spPr>
          <a:xfrm>
            <a:off x="1811447" y="3731897"/>
            <a:ext cx="653100" cy="653100"/>
          </a:xfrm>
          <a:prstGeom prst="ellipse">
            <a:avLst/>
          </a:prstGeom>
          <a:noFill/>
          <a:ln>
            <a:noFill/>
          </a:ln>
        </p:spPr>
      </p:sp>
      <p:sp>
        <p:nvSpPr>
          <p:cNvPr id="426" name="Google Shape;426;p39"/>
          <p:cNvSpPr txBox="1"/>
          <p:nvPr>
            <p:ph idx="14" type="subTitle"/>
          </p:nvPr>
        </p:nvSpPr>
        <p:spPr>
          <a:xfrm>
            <a:off x="535197"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27" name="Google Shape;427;p39"/>
          <p:cNvSpPr txBox="1"/>
          <p:nvPr>
            <p:ph idx="15" type="subTitle"/>
          </p:nvPr>
        </p:nvSpPr>
        <p:spPr>
          <a:xfrm>
            <a:off x="535197"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28" name="Google Shape;428;p39"/>
          <p:cNvSpPr/>
          <p:nvPr>
            <p:ph idx="16" type="pic"/>
          </p:nvPr>
        </p:nvSpPr>
        <p:spPr>
          <a:xfrm>
            <a:off x="4913135" y="1687497"/>
            <a:ext cx="653100" cy="653100"/>
          </a:xfrm>
          <a:prstGeom prst="ellipse">
            <a:avLst/>
          </a:prstGeom>
          <a:noFill/>
          <a:ln>
            <a:noFill/>
          </a:ln>
        </p:spPr>
      </p:sp>
      <p:sp>
        <p:nvSpPr>
          <p:cNvPr id="429" name="Google Shape;429;p39"/>
          <p:cNvSpPr txBox="1"/>
          <p:nvPr>
            <p:ph idx="17" type="subTitle"/>
          </p:nvPr>
        </p:nvSpPr>
        <p:spPr>
          <a:xfrm>
            <a:off x="3636885"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430" name="Google Shape;430;p39"/>
          <p:cNvSpPr txBox="1"/>
          <p:nvPr>
            <p:ph idx="18" type="subTitle"/>
          </p:nvPr>
        </p:nvSpPr>
        <p:spPr>
          <a:xfrm>
            <a:off x="3636885"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431" name="Google Shape;431;p39"/>
          <p:cNvSpPr/>
          <p:nvPr>
            <p:ph idx="19" type="pic"/>
          </p:nvPr>
        </p:nvSpPr>
        <p:spPr>
          <a:xfrm>
            <a:off x="4913135" y="2709697"/>
            <a:ext cx="653100" cy="653100"/>
          </a:xfrm>
          <a:prstGeom prst="ellipse">
            <a:avLst/>
          </a:prstGeom>
          <a:noFill/>
          <a:ln>
            <a:noFill/>
          </a:ln>
        </p:spPr>
      </p:sp>
      <p:sp>
        <p:nvSpPr>
          <p:cNvPr id="432" name="Google Shape;432;p39"/>
          <p:cNvSpPr txBox="1"/>
          <p:nvPr>
            <p:ph idx="20" type="subTitle"/>
          </p:nvPr>
        </p:nvSpPr>
        <p:spPr>
          <a:xfrm>
            <a:off x="3636885"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433" name="Google Shape;433;p39"/>
          <p:cNvSpPr txBox="1"/>
          <p:nvPr>
            <p:ph idx="21" type="subTitle"/>
          </p:nvPr>
        </p:nvSpPr>
        <p:spPr>
          <a:xfrm>
            <a:off x="3636885"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434" name="Google Shape;434;p39"/>
          <p:cNvSpPr/>
          <p:nvPr>
            <p:ph idx="22" type="pic"/>
          </p:nvPr>
        </p:nvSpPr>
        <p:spPr>
          <a:xfrm>
            <a:off x="4913135" y="3731897"/>
            <a:ext cx="653100" cy="653100"/>
          </a:xfrm>
          <a:prstGeom prst="ellipse">
            <a:avLst/>
          </a:prstGeom>
          <a:noFill/>
          <a:ln>
            <a:noFill/>
          </a:ln>
        </p:spPr>
      </p:sp>
      <p:sp>
        <p:nvSpPr>
          <p:cNvPr id="435" name="Google Shape;435;p39"/>
          <p:cNvSpPr txBox="1"/>
          <p:nvPr>
            <p:ph idx="23" type="subTitle"/>
          </p:nvPr>
        </p:nvSpPr>
        <p:spPr>
          <a:xfrm>
            <a:off x="3636885"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436" name="Google Shape;436;p39"/>
          <p:cNvSpPr txBox="1"/>
          <p:nvPr>
            <p:ph idx="24" type="subTitle"/>
          </p:nvPr>
        </p:nvSpPr>
        <p:spPr>
          <a:xfrm>
            <a:off x="3636885"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437" name="Google Shape;437;p39"/>
          <p:cNvSpPr/>
          <p:nvPr>
            <p:ph idx="25" type="pic"/>
          </p:nvPr>
        </p:nvSpPr>
        <p:spPr>
          <a:xfrm>
            <a:off x="7877122" y="1687497"/>
            <a:ext cx="653100" cy="653100"/>
          </a:xfrm>
          <a:prstGeom prst="ellipse">
            <a:avLst/>
          </a:prstGeom>
          <a:noFill/>
          <a:ln>
            <a:noFill/>
          </a:ln>
        </p:spPr>
      </p:sp>
      <p:sp>
        <p:nvSpPr>
          <p:cNvPr id="438" name="Google Shape;438;p39"/>
          <p:cNvSpPr txBox="1"/>
          <p:nvPr>
            <p:ph idx="26" type="subTitle"/>
          </p:nvPr>
        </p:nvSpPr>
        <p:spPr>
          <a:xfrm>
            <a:off x="6600872"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39" name="Google Shape;439;p39"/>
          <p:cNvSpPr txBox="1"/>
          <p:nvPr>
            <p:ph idx="27" type="subTitle"/>
          </p:nvPr>
        </p:nvSpPr>
        <p:spPr>
          <a:xfrm>
            <a:off x="6600872"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40" name="Google Shape;440;p39"/>
          <p:cNvSpPr/>
          <p:nvPr>
            <p:ph idx="28" type="pic"/>
          </p:nvPr>
        </p:nvSpPr>
        <p:spPr>
          <a:xfrm>
            <a:off x="7877122" y="2709697"/>
            <a:ext cx="653100" cy="653100"/>
          </a:xfrm>
          <a:prstGeom prst="ellipse">
            <a:avLst/>
          </a:prstGeom>
          <a:noFill/>
          <a:ln>
            <a:noFill/>
          </a:ln>
        </p:spPr>
      </p:sp>
      <p:sp>
        <p:nvSpPr>
          <p:cNvPr id="441" name="Google Shape;441;p39"/>
          <p:cNvSpPr txBox="1"/>
          <p:nvPr>
            <p:ph idx="29" type="subTitle"/>
          </p:nvPr>
        </p:nvSpPr>
        <p:spPr>
          <a:xfrm>
            <a:off x="6600872"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42" name="Google Shape;442;p39"/>
          <p:cNvSpPr txBox="1"/>
          <p:nvPr>
            <p:ph idx="30" type="subTitle"/>
          </p:nvPr>
        </p:nvSpPr>
        <p:spPr>
          <a:xfrm>
            <a:off x="6600872"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43" name="Google Shape;443;p39"/>
          <p:cNvSpPr/>
          <p:nvPr>
            <p:ph idx="31" type="pic"/>
          </p:nvPr>
        </p:nvSpPr>
        <p:spPr>
          <a:xfrm>
            <a:off x="7877122" y="3731897"/>
            <a:ext cx="653100" cy="653100"/>
          </a:xfrm>
          <a:prstGeom prst="ellipse">
            <a:avLst/>
          </a:prstGeom>
          <a:noFill/>
          <a:ln>
            <a:noFill/>
          </a:ln>
        </p:spPr>
      </p:sp>
      <p:sp>
        <p:nvSpPr>
          <p:cNvPr id="444" name="Google Shape;444;p39"/>
          <p:cNvSpPr txBox="1"/>
          <p:nvPr>
            <p:ph idx="32" type="subTitle"/>
          </p:nvPr>
        </p:nvSpPr>
        <p:spPr>
          <a:xfrm>
            <a:off x="6600872"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45" name="Google Shape;445;p39"/>
          <p:cNvSpPr txBox="1"/>
          <p:nvPr>
            <p:ph idx="33" type="subTitle"/>
          </p:nvPr>
        </p:nvSpPr>
        <p:spPr>
          <a:xfrm>
            <a:off x="6600872"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46" name="Google Shape;446;p39"/>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447" name="Google Shape;447;p39"/>
          <p:cNvSpPr txBox="1"/>
          <p:nvPr>
            <p:ph idx="3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48" name="Google Shape;448;p39"/>
          <p:cNvSpPr txBox="1"/>
          <p:nvPr>
            <p:ph idx="3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49" name="Google Shape;449;p39"/>
          <p:cNvSpPr txBox="1"/>
          <p:nvPr>
            <p:ph idx="3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50" name="Google Shape;450;p3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title only">
  <p:cSld name="TITLE_1_1_4_2">
    <p:spTree>
      <p:nvGrpSpPr>
        <p:cNvPr id="451" name="Shape 451"/>
        <p:cNvGrpSpPr/>
        <p:nvPr/>
      </p:nvGrpSpPr>
      <p:grpSpPr>
        <a:xfrm>
          <a:off x="0" y="0"/>
          <a:ext cx="0" cy="0"/>
          <a:chOff x="0" y="0"/>
          <a:chExt cx="0" cy="0"/>
        </a:xfrm>
      </p:grpSpPr>
      <p:sp>
        <p:nvSpPr>
          <p:cNvPr id="452" name="Google Shape;452;p40"/>
          <p:cNvSpPr txBox="1"/>
          <p:nvPr>
            <p:ph type="title"/>
          </p:nvPr>
        </p:nvSpPr>
        <p:spPr>
          <a:xfrm>
            <a:off x="283475" y="300013"/>
            <a:ext cx="4382400" cy="4338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453" name="Google Shape;453;p40"/>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54" name="Google Shape;454;p40"/>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55" name="Google Shape;455;p40"/>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56" name="Google Shape;456;p4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objectives">
  <p:cSld name="TITLE_1_1_4_1">
    <p:spTree>
      <p:nvGrpSpPr>
        <p:cNvPr id="457" name="Shape 457"/>
        <p:cNvGrpSpPr/>
        <p:nvPr/>
      </p:nvGrpSpPr>
      <p:grpSpPr>
        <a:xfrm>
          <a:off x="0" y="0"/>
          <a:ext cx="0" cy="0"/>
          <a:chOff x="0" y="0"/>
          <a:chExt cx="0" cy="0"/>
        </a:xfrm>
      </p:grpSpPr>
      <p:sp>
        <p:nvSpPr>
          <p:cNvPr id="458" name="Google Shape;458;p41"/>
          <p:cNvSpPr txBox="1"/>
          <p:nvPr>
            <p:ph idx="1" type="subTitle"/>
          </p:nvPr>
        </p:nvSpPr>
        <p:spPr>
          <a:xfrm>
            <a:off x="284700"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59" name="Google Shape;459;p41"/>
          <p:cNvSpPr txBox="1"/>
          <p:nvPr>
            <p:ph idx="2" type="subTitle"/>
          </p:nvPr>
        </p:nvSpPr>
        <p:spPr>
          <a:xfrm>
            <a:off x="284700"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60" name="Google Shape;460;p41"/>
          <p:cNvSpPr txBox="1"/>
          <p:nvPr>
            <p:ph idx="3" type="subTitle"/>
          </p:nvPr>
        </p:nvSpPr>
        <p:spPr>
          <a:xfrm>
            <a:off x="2709924"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61" name="Google Shape;461;p41"/>
          <p:cNvSpPr txBox="1"/>
          <p:nvPr>
            <p:ph idx="4" type="subTitle"/>
          </p:nvPr>
        </p:nvSpPr>
        <p:spPr>
          <a:xfrm>
            <a:off x="2709924"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62" name="Google Shape;462;p41"/>
          <p:cNvSpPr txBox="1"/>
          <p:nvPr>
            <p:ph idx="5" type="subTitle"/>
          </p:nvPr>
        </p:nvSpPr>
        <p:spPr>
          <a:xfrm>
            <a:off x="5135149"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63" name="Google Shape;463;p41"/>
          <p:cNvSpPr txBox="1"/>
          <p:nvPr>
            <p:ph idx="6" type="subTitle"/>
          </p:nvPr>
        </p:nvSpPr>
        <p:spPr>
          <a:xfrm>
            <a:off x="5135149"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64" name="Google Shape;464;p41"/>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465" name="Google Shape;465;p41"/>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66" name="Google Shape;466;p41"/>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67" name="Google Shape;467;p41"/>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68" name="Google Shape;468;p4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learnings">
  <p:cSld name="CUSTOM">
    <p:spTree>
      <p:nvGrpSpPr>
        <p:cNvPr id="469" name="Shape 469"/>
        <p:cNvGrpSpPr/>
        <p:nvPr/>
      </p:nvGrpSpPr>
      <p:grpSpPr>
        <a:xfrm>
          <a:off x="0" y="0"/>
          <a:ext cx="0" cy="0"/>
          <a:chOff x="0" y="0"/>
          <a:chExt cx="0" cy="0"/>
        </a:xfrm>
      </p:grpSpPr>
      <p:sp>
        <p:nvSpPr>
          <p:cNvPr id="470" name="Google Shape;470;p42"/>
          <p:cNvSpPr/>
          <p:nvPr/>
        </p:nvSpPr>
        <p:spPr>
          <a:xfrm flipH="1" rot="5400000">
            <a:off x="5052850" y="1254650"/>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71" name="Google Shape;471;p42"/>
          <p:cNvSpPr/>
          <p:nvPr/>
        </p:nvSpPr>
        <p:spPr>
          <a:xfrm flipH="1">
            <a:off x="25" y="2692075"/>
            <a:ext cx="1709400" cy="16257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72" name="Google Shape;472;p42"/>
          <p:cNvSpPr/>
          <p:nvPr/>
        </p:nvSpPr>
        <p:spPr>
          <a:xfrm flipH="1" rot="5400000">
            <a:off x="851875" y="3504787"/>
            <a:ext cx="1625700" cy="16203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73" name="Google Shape;473;p42"/>
          <p:cNvSpPr/>
          <p:nvPr/>
        </p:nvSpPr>
        <p:spPr>
          <a:xfrm flipH="1" rot="-5400000">
            <a:off x="-125" y="3483026"/>
            <a:ext cx="1665300" cy="1665300"/>
          </a:xfrm>
          <a:prstGeom prst="pie">
            <a:avLst>
              <a:gd fmla="val 16192689"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74" name="Google Shape;474;p42"/>
          <p:cNvSpPr/>
          <p:nvPr/>
        </p:nvSpPr>
        <p:spPr>
          <a:xfrm flipH="1" rot="5400000">
            <a:off x="5052850" y="2554039"/>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75" name="Google Shape;475;p42"/>
          <p:cNvSpPr/>
          <p:nvPr/>
        </p:nvSpPr>
        <p:spPr>
          <a:xfrm flipH="1" rot="5400000">
            <a:off x="5052850" y="3858733"/>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76" name="Google Shape;476;p42"/>
          <p:cNvSpPr txBox="1"/>
          <p:nvPr>
            <p:ph type="title"/>
          </p:nvPr>
        </p:nvSpPr>
        <p:spPr>
          <a:xfrm>
            <a:off x="283475" y="1790498"/>
            <a:ext cx="3162600" cy="9051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477" name="Google Shape;477;p42"/>
          <p:cNvSpPr txBox="1"/>
          <p:nvPr>
            <p:ph idx="1" type="subTitle"/>
          </p:nvPr>
        </p:nvSpPr>
        <p:spPr>
          <a:xfrm>
            <a:off x="5052850" y="703626"/>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78" name="Google Shape;478;p42"/>
          <p:cNvSpPr txBox="1"/>
          <p:nvPr>
            <p:ph idx="2" type="subTitle"/>
          </p:nvPr>
        </p:nvSpPr>
        <p:spPr>
          <a:xfrm>
            <a:off x="5052850" y="1447600"/>
            <a:ext cx="2403600" cy="547200"/>
          </a:xfrm>
          <a:prstGeom prst="rect">
            <a:avLst/>
          </a:prstGeom>
        </p:spPr>
        <p:txBody>
          <a:bodyPr anchorCtr="0" anchor="t" bIns="91425" lIns="0" spcFirstLastPara="1" rIns="91425" wrap="square" tIns="91425">
            <a:no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79" name="Google Shape;479;p42"/>
          <p:cNvSpPr txBox="1"/>
          <p:nvPr>
            <p:ph idx="3" type="subTitle"/>
          </p:nvPr>
        </p:nvSpPr>
        <p:spPr>
          <a:xfrm>
            <a:off x="5052850" y="2006687"/>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80" name="Google Shape;480;p42"/>
          <p:cNvSpPr txBox="1"/>
          <p:nvPr>
            <p:ph idx="4" type="subTitle"/>
          </p:nvPr>
        </p:nvSpPr>
        <p:spPr>
          <a:xfrm>
            <a:off x="5052850" y="2750664"/>
            <a:ext cx="2403600" cy="5472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81" name="Google Shape;481;p42"/>
          <p:cNvSpPr txBox="1"/>
          <p:nvPr>
            <p:ph idx="5" type="subTitle"/>
          </p:nvPr>
        </p:nvSpPr>
        <p:spPr>
          <a:xfrm>
            <a:off x="5052850" y="3310695"/>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82" name="Google Shape;482;p42"/>
          <p:cNvSpPr txBox="1"/>
          <p:nvPr>
            <p:ph idx="6" type="subTitle"/>
          </p:nvPr>
        </p:nvSpPr>
        <p:spPr>
          <a:xfrm>
            <a:off x="5052850" y="4054675"/>
            <a:ext cx="2403600" cy="5472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83" name="Google Shape;483;p42"/>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84" name="Google Shape;484;p42"/>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85" name="Google Shape;485;p42"/>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86" name="Google Shape;486;p4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2">
    <p:spTree>
      <p:nvGrpSpPr>
        <p:cNvPr id="487" name="Shape 487"/>
        <p:cNvGrpSpPr/>
        <p:nvPr/>
      </p:nvGrpSpPr>
      <p:grpSpPr>
        <a:xfrm>
          <a:off x="0" y="0"/>
          <a:ext cx="0" cy="0"/>
          <a:chOff x="0" y="0"/>
          <a:chExt cx="0" cy="0"/>
        </a:xfrm>
      </p:grpSpPr>
      <p:sp>
        <p:nvSpPr>
          <p:cNvPr id="488" name="Google Shape;488;p43"/>
          <p:cNvSpPr txBox="1"/>
          <p:nvPr>
            <p:ph type="title"/>
          </p:nvPr>
        </p:nvSpPr>
        <p:spPr>
          <a:xfrm>
            <a:off x="4665825" y="1253625"/>
            <a:ext cx="4193400" cy="3069600"/>
          </a:xfrm>
          <a:prstGeom prst="rect">
            <a:avLst/>
          </a:prstGeom>
        </p:spPr>
        <p:txBody>
          <a:bodyPr anchorCtr="0" anchor="t" bIns="0" lIns="0" spcFirstLastPara="1" rIns="91425" wrap="square" tIns="0">
            <a:spAutoFit/>
          </a:bodyPr>
          <a:lstStyle>
            <a:lvl1pPr lvl="0">
              <a:lnSpc>
                <a:spcPct val="90000"/>
              </a:lnSpc>
              <a:spcBef>
                <a:spcPts val="0"/>
              </a:spcBef>
              <a:spcAft>
                <a:spcPts val="0"/>
              </a:spcAft>
              <a:buClr>
                <a:schemeClr val="lt1"/>
              </a:buClr>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89" name="Google Shape;489;p43"/>
          <p:cNvSpPr txBox="1"/>
          <p:nvPr>
            <p:ph idx="1" type="body"/>
          </p:nvPr>
        </p:nvSpPr>
        <p:spPr>
          <a:xfrm>
            <a:off x="2534564"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90" name="Google Shape;490;p43"/>
          <p:cNvSpPr txBox="1"/>
          <p:nvPr>
            <p:ph idx="2" type="body"/>
          </p:nvPr>
        </p:nvSpPr>
        <p:spPr>
          <a:xfrm>
            <a:off x="283925"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91" name="Google Shape;491;p43"/>
          <p:cNvSpPr txBox="1"/>
          <p:nvPr>
            <p:ph idx="3" type="body"/>
          </p:nvPr>
        </p:nvSpPr>
        <p:spPr>
          <a:xfrm>
            <a:off x="4785202"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92" name="Google Shape;492;p43"/>
          <p:cNvSpPr txBox="1"/>
          <p:nvPr>
            <p:ph idx="4" type="body"/>
          </p:nvPr>
        </p:nvSpPr>
        <p:spPr>
          <a:xfrm>
            <a:off x="7035841"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93" name="Google Shape;493;p43"/>
          <p:cNvSpPr txBox="1"/>
          <p:nvPr>
            <p:ph idx="5" type="body"/>
          </p:nvPr>
        </p:nvSpPr>
        <p:spPr>
          <a:xfrm>
            <a:off x="283925"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94" name="Google Shape;494;p43"/>
          <p:cNvSpPr txBox="1"/>
          <p:nvPr>
            <p:ph idx="6" type="body"/>
          </p:nvPr>
        </p:nvSpPr>
        <p:spPr>
          <a:xfrm>
            <a:off x="2534564"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95" name="Google Shape;495;p43"/>
          <p:cNvSpPr txBox="1"/>
          <p:nvPr>
            <p:ph idx="7" type="body"/>
          </p:nvPr>
        </p:nvSpPr>
        <p:spPr>
          <a:xfrm>
            <a:off x="4785202"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96" name="Google Shape;496;p43"/>
          <p:cNvSpPr txBox="1"/>
          <p:nvPr>
            <p:ph idx="8" type="body"/>
          </p:nvPr>
        </p:nvSpPr>
        <p:spPr>
          <a:xfrm>
            <a:off x="7035841"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97" name="Google Shape;497;p43"/>
          <p:cNvSpPr/>
          <p:nvPr/>
        </p:nvSpPr>
        <p:spPr>
          <a:xfrm flipH="1" rot="10800000">
            <a:off x="-10739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98" name="Google Shape;498;p43"/>
          <p:cNvSpPr/>
          <p:nvPr/>
        </p:nvSpPr>
        <p:spPr>
          <a:xfrm flipH="1" rot="10800000">
            <a:off x="-34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99" name="Google Shape;499;p43"/>
          <p:cNvSpPr/>
          <p:nvPr/>
        </p:nvSpPr>
        <p:spPr>
          <a:xfrm flipH="1" rot="10800000">
            <a:off x="10723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00" name="Google Shape;500;p43"/>
          <p:cNvSpPr/>
          <p:nvPr/>
        </p:nvSpPr>
        <p:spPr>
          <a:xfrm flipH="1" rot="10800000">
            <a:off x="2149393" y="773300"/>
            <a:ext cx="2146200" cy="2146200"/>
          </a:xfrm>
          <a:prstGeom prst="pie">
            <a:avLst>
              <a:gd fmla="val 16192689"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01" name="Google Shape;501;p43"/>
          <p:cNvSpPr txBox="1"/>
          <p:nvPr>
            <p:ph idx="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02" name="Google Shape;502;p43"/>
          <p:cNvSpPr txBox="1"/>
          <p:nvPr>
            <p:ph idx="1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03" name="Google Shape;503;p43"/>
          <p:cNvSpPr txBox="1"/>
          <p:nvPr>
            <p:ph idx="1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504" name="Google Shape;504;p4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 &amp; QA">
  <p:cSld name="CUSTOM_3">
    <p:spTree>
      <p:nvGrpSpPr>
        <p:cNvPr id="505" name="Shape 505"/>
        <p:cNvGrpSpPr/>
        <p:nvPr/>
      </p:nvGrpSpPr>
      <p:grpSpPr>
        <a:xfrm>
          <a:off x="0" y="0"/>
          <a:ext cx="0" cy="0"/>
          <a:chOff x="0" y="0"/>
          <a:chExt cx="0" cy="0"/>
        </a:xfrm>
      </p:grpSpPr>
      <p:sp>
        <p:nvSpPr>
          <p:cNvPr id="506" name="Google Shape;506;p44"/>
          <p:cNvSpPr/>
          <p:nvPr/>
        </p:nvSpPr>
        <p:spPr>
          <a:xfrm rot="-5400000">
            <a:off x="3889697" y="1638900"/>
            <a:ext cx="3510600" cy="3498600"/>
          </a:xfrm>
          <a:prstGeom prst="pie">
            <a:avLst>
              <a:gd fmla="val 0" name="adj1"/>
              <a:gd fmla="val 1080318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07" name="Google Shape;507;p44"/>
          <p:cNvSpPr txBox="1"/>
          <p:nvPr>
            <p:ph idx="1" type="subTitle"/>
          </p:nvPr>
        </p:nvSpPr>
        <p:spPr>
          <a:xfrm>
            <a:off x="284700" y="3566350"/>
            <a:ext cx="4557300" cy="1227300"/>
          </a:xfrm>
          <a:prstGeom prst="rect">
            <a:avLst/>
          </a:prstGeom>
        </p:spPr>
        <p:txBody>
          <a:bodyPr anchorCtr="0" anchor="t" bIns="91425" lIns="0" spcFirstLastPara="1" rIns="91425" wrap="square" tIns="91425">
            <a:normAutofit/>
          </a:bodyPr>
          <a:lstStyle>
            <a:lvl1pPr lvl="0">
              <a:lnSpc>
                <a:spcPct val="115000"/>
              </a:lnSpc>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9pPr>
          </a:lstStyle>
          <a:p/>
        </p:txBody>
      </p:sp>
      <p:sp>
        <p:nvSpPr>
          <p:cNvPr id="508" name="Google Shape;508;p44"/>
          <p:cNvSpPr/>
          <p:nvPr/>
        </p:nvSpPr>
        <p:spPr>
          <a:xfrm>
            <a:off x="3890550" y="-1634700"/>
            <a:ext cx="3509100" cy="3267600"/>
          </a:xfrm>
          <a:prstGeom prst="pie">
            <a:avLst>
              <a:gd fmla="val 0" name="adj1"/>
              <a:gd fmla="val 5401683"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09" name="Google Shape;509;p44"/>
          <p:cNvSpPr/>
          <p:nvPr/>
        </p:nvSpPr>
        <p:spPr>
          <a:xfrm rot="-5400000">
            <a:off x="3889697" y="1638900"/>
            <a:ext cx="3510600" cy="3498600"/>
          </a:xfrm>
          <a:prstGeom prst="pie">
            <a:avLst>
              <a:gd fmla="val 5409954" name="adj1"/>
              <a:gd fmla="val 1080318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10" name="Google Shape;510;p44"/>
          <p:cNvSpPr/>
          <p:nvPr/>
        </p:nvSpPr>
        <p:spPr>
          <a:xfrm rot="-5400000">
            <a:off x="5639256" y="1638900"/>
            <a:ext cx="3510600" cy="3498600"/>
          </a:xfrm>
          <a:prstGeom prst="pie">
            <a:avLst>
              <a:gd fmla="val 0" name="adj1"/>
              <a:gd fmla="val 1080318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11" name="Google Shape;511;p44"/>
          <p:cNvSpPr/>
          <p:nvPr/>
        </p:nvSpPr>
        <p:spPr>
          <a:xfrm>
            <a:off x="5640000" y="-1634700"/>
            <a:ext cx="3509100" cy="3267600"/>
          </a:xfrm>
          <a:prstGeom prst="pie">
            <a:avLst>
              <a:gd fmla="val 0" name="adj1"/>
              <a:gd fmla="val 540036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12" name="Google Shape;512;p44"/>
          <p:cNvSpPr txBox="1"/>
          <p:nvPr>
            <p:ph type="title"/>
          </p:nvPr>
        </p:nvSpPr>
        <p:spPr>
          <a:xfrm>
            <a:off x="284700" y="229302"/>
            <a:ext cx="4287300" cy="30696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4400"/>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513" name="Google Shape;513;p4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14" name="Shape 514"/>
        <p:cNvGrpSpPr/>
        <p:nvPr/>
      </p:nvGrpSpPr>
      <p:grpSpPr>
        <a:xfrm>
          <a:off x="0" y="0"/>
          <a:ext cx="0" cy="0"/>
          <a:chOff x="0" y="0"/>
          <a:chExt cx="0" cy="0"/>
        </a:xfrm>
      </p:grpSpPr>
      <p:sp>
        <p:nvSpPr>
          <p:cNvPr id="515" name="Google Shape;515;p45"/>
          <p:cNvSpPr txBox="1"/>
          <p:nvPr>
            <p:ph type="ctrTitle"/>
          </p:nvPr>
        </p:nvSpPr>
        <p:spPr>
          <a:xfrm>
            <a:off x="311708" y="744575"/>
            <a:ext cx="8520600" cy="2052600"/>
          </a:xfrm>
          <a:prstGeom prst="rect">
            <a:avLst/>
          </a:prstGeom>
        </p:spPr>
        <p:txBody>
          <a:bodyPr anchorCtr="0" anchor="b" bIns="0" lIns="0" spcFirstLastPara="1" rIns="91425"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16" name="Google Shape;516;p45"/>
          <p:cNvSpPr txBox="1"/>
          <p:nvPr>
            <p:ph idx="1" type="subTitle"/>
          </p:nvPr>
        </p:nvSpPr>
        <p:spPr>
          <a:xfrm>
            <a:off x="311700" y="2834125"/>
            <a:ext cx="8520600" cy="792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17" name="Shape 517"/>
        <p:cNvGrpSpPr/>
        <p:nvPr/>
      </p:nvGrpSpPr>
      <p:grpSpPr>
        <a:xfrm>
          <a:off x="0" y="0"/>
          <a:ext cx="0" cy="0"/>
          <a:chOff x="0" y="0"/>
          <a:chExt cx="0" cy="0"/>
        </a:xfrm>
      </p:grpSpPr>
      <p:sp>
        <p:nvSpPr>
          <p:cNvPr id="518" name="Google Shape;518;p46"/>
          <p:cNvSpPr txBox="1"/>
          <p:nvPr>
            <p:ph type="title"/>
          </p:nvPr>
        </p:nvSpPr>
        <p:spPr>
          <a:xfrm>
            <a:off x="311700" y="2150850"/>
            <a:ext cx="8520600" cy="841800"/>
          </a:xfrm>
          <a:prstGeom prst="rect">
            <a:avLst/>
          </a:prstGeom>
        </p:spPr>
        <p:txBody>
          <a:bodyPr anchorCtr="0" anchor="ctr" bIns="0" lIns="0" spcFirstLastPara="1" rIns="91425"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19" name="Shape 519"/>
        <p:cNvGrpSpPr/>
        <p:nvPr/>
      </p:nvGrpSpPr>
      <p:grpSpPr>
        <a:xfrm>
          <a:off x="0" y="0"/>
          <a:ext cx="0" cy="0"/>
          <a:chOff x="0" y="0"/>
          <a:chExt cx="0" cy="0"/>
        </a:xfrm>
      </p:grpSpPr>
      <p:sp>
        <p:nvSpPr>
          <p:cNvPr id="520" name="Google Shape;520;p47"/>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21" name="Google Shape;521;p47"/>
          <p:cNvSpPr txBox="1"/>
          <p:nvPr>
            <p:ph idx="1" type="body"/>
          </p:nvPr>
        </p:nvSpPr>
        <p:spPr>
          <a:xfrm>
            <a:off x="311700" y="1152475"/>
            <a:ext cx="8520600" cy="34164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522" name="Shape 522"/>
        <p:cNvGrpSpPr/>
        <p:nvPr/>
      </p:nvGrpSpPr>
      <p:grpSpPr>
        <a:xfrm>
          <a:off x="0" y="0"/>
          <a:ext cx="0" cy="0"/>
          <a:chOff x="0" y="0"/>
          <a:chExt cx="0" cy="0"/>
        </a:xfrm>
      </p:grpSpPr>
      <p:sp>
        <p:nvSpPr>
          <p:cNvPr id="523" name="Google Shape;523;p48"/>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24" name="Google Shape;524;p48"/>
          <p:cNvSpPr txBox="1"/>
          <p:nvPr>
            <p:ph idx="1" type="body"/>
          </p:nvPr>
        </p:nvSpPr>
        <p:spPr>
          <a:xfrm>
            <a:off x="311700" y="1152475"/>
            <a:ext cx="3999900" cy="34164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25" name="Google Shape;525;p48"/>
          <p:cNvSpPr txBox="1"/>
          <p:nvPr>
            <p:ph idx="2" type="body"/>
          </p:nvPr>
        </p:nvSpPr>
        <p:spPr>
          <a:xfrm>
            <a:off x="4832400" y="1152475"/>
            <a:ext cx="3999900" cy="34164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26" name="Shape 526"/>
        <p:cNvGrpSpPr/>
        <p:nvPr/>
      </p:nvGrpSpPr>
      <p:grpSpPr>
        <a:xfrm>
          <a:off x="0" y="0"/>
          <a:ext cx="0" cy="0"/>
          <a:chOff x="0" y="0"/>
          <a:chExt cx="0" cy="0"/>
        </a:xfrm>
      </p:grpSpPr>
      <p:sp>
        <p:nvSpPr>
          <p:cNvPr id="527" name="Google Shape;527;p49"/>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528" name="Shape 528"/>
        <p:cNvGrpSpPr/>
        <p:nvPr/>
      </p:nvGrpSpPr>
      <p:grpSpPr>
        <a:xfrm>
          <a:off x="0" y="0"/>
          <a:ext cx="0" cy="0"/>
          <a:chOff x="0" y="0"/>
          <a:chExt cx="0" cy="0"/>
        </a:xfrm>
      </p:grpSpPr>
      <p:sp>
        <p:nvSpPr>
          <p:cNvPr id="529" name="Google Shape;529;p50"/>
          <p:cNvSpPr txBox="1"/>
          <p:nvPr>
            <p:ph type="title"/>
          </p:nvPr>
        </p:nvSpPr>
        <p:spPr>
          <a:xfrm>
            <a:off x="311700" y="555600"/>
            <a:ext cx="2808000" cy="755700"/>
          </a:xfrm>
          <a:prstGeom prst="rect">
            <a:avLst/>
          </a:prstGeom>
        </p:spPr>
        <p:txBody>
          <a:bodyPr anchorCtr="0" anchor="b" bIns="0" lIns="0" spcFirstLastPara="1" rIns="91425"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0" name="Google Shape;530;p50"/>
          <p:cNvSpPr txBox="1"/>
          <p:nvPr>
            <p:ph idx="1" type="body"/>
          </p:nvPr>
        </p:nvSpPr>
        <p:spPr>
          <a:xfrm>
            <a:off x="311700" y="1389600"/>
            <a:ext cx="2808000" cy="31794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531" name="Shape 531"/>
        <p:cNvGrpSpPr/>
        <p:nvPr/>
      </p:nvGrpSpPr>
      <p:grpSpPr>
        <a:xfrm>
          <a:off x="0" y="0"/>
          <a:ext cx="0" cy="0"/>
          <a:chOff x="0" y="0"/>
          <a:chExt cx="0" cy="0"/>
        </a:xfrm>
      </p:grpSpPr>
      <p:sp>
        <p:nvSpPr>
          <p:cNvPr id="532" name="Google Shape;532;p51"/>
          <p:cNvSpPr txBox="1"/>
          <p:nvPr>
            <p:ph type="title"/>
          </p:nvPr>
        </p:nvSpPr>
        <p:spPr>
          <a:xfrm>
            <a:off x="490250" y="450150"/>
            <a:ext cx="6367800" cy="4090800"/>
          </a:xfrm>
          <a:prstGeom prst="rect">
            <a:avLst/>
          </a:prstGeom>
        </p:spPr>
        <p:txBody>
          <a:bodyPr anchorCtr="0" anchor="ctr" bIns="0" lIns="0" spcFirstLastPara="1" rIns="91425"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33" name="Shape 533"/>
        <p:cNvGrpSpPr/>
        <p:nvPr/>
      </p:nvGrpSpPr>
      <p:grpSpPr>
        <a:xfrm>
          <a:off x="0" y="0"/>
          <a:ext cx="0" cy="0"/>
          <a:chOff x="0" y="0"/>
          <a:chExt cx="0" cy="0"/>
        </a:xfrm>
      </p:grpSpPr>
      <p:sp>
        <p:nvSpPr>
          <p:cNvPr id="534" name="Google Shape;534;p52"/>
          <p:cNvSpPr txBox="1"/>
          <p:nvPr>
            <p:ph type="title"/>
          </p:nvPr>
        </p:nvSpPr>
        <p:spPr>
          <a:xfrm>
            <a:off x="265500" y="1233175"/>
            <a:ext cx="4045200" cy="1482300"/>
          </a:xfrm>
          <a:prstGeom prst="rect">
            <a:avLst/>
          </a:prstGeom>
        </p:spPr>
        <p:txBody>
          <a:bodyPr anchorCtr="0" anchor="b" bIns="0" lIns="0" spcFirstLastPara="1" rIns="91425"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35" name="Google Shape;535;p52"/>
          <p:cNvSpPr txBox="1"/>
          <p:nvPr>
            <p:ph idx="1" type="subTitle"/>
          </p:nvPr>
        </p:nvSpPr>
        <p:spPr>
          <a:xfrm>
            <a:off x="265500" y="2803075"/>
            <a:ext cx="4045200" cy="1235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36" name="Google Shape;536;p52"/>
          <p:cNvSpPr txBox="1"/>
          <p:nvPr>
            <p:ph idx="2" type="body"/>
          </p:nvPr>
        </p:nvSpPr>
        <p:spPr>
          <a:xfrm>
            <a:off x="4939500" y="724075"/>
            <a:ext cx="3837000" cy="3695100"/>
          </a:xfrm>
          <a:prstGeom prst="rect">
            <a:avLst/>
          </a:prstGeom>
        </p:spPr>
        <p:txBody>
          <a:bodyPr anchorCtr="0" anchor="ctr"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37" name="Shape 537"/>
        <p:cNvGrpSpPr/>
        <p:nvPr/>
      </p:nvGrpSpPr>
      <p:grpSpPr>
        <a:xfrm>
          <a:off x="0" y="0"/>
          <a:ext cx="0" cy="0"/>
          <a:chOff x="0" y="0"/>
          <a:chExt cx="0" cy="0"/>
        </a:xfrm>
      </p:grpSpPr>
      <p:sp>
        <p:nvSpPr>
          <p:cNvPr id="538" name="Google Shape;538;p53"/>
          <p:cNvSpPr txBox="1"/>
          <p:nvPr>
            <p:ph idx="1" type="body"/>
          </p:nvPr>
        </p:nvSpPr>
        <p:spPr>
          <a:xfrm>
            <a:off x="311700" y="4230575"/>
            <a:ext cx="5998800" cy="605100"/>
          </a:xfrm>
          <a:prstGeom prst="rect">
            <a:avLst/>
          </a:prstGeom>
        </p:spPr>
        <p:txBody>
          <a:bodyPr anchorCtr="0" anchor="ctr" bIns="0" lIns="0" spcFirstLastPara="1" rIns="91425" wrap="square" tIns="0">
            <a:noAutofit/>
          </a:bodyPr>
          <a:lstStyle>
            <a:lvl1pPr indent="-228600" lvl="0" marL="457200">
              <a:lnSpc>
                <a:spcPct val="100000"/>
              </a:lnSpc>
              <a:spcBef>
                <a:spcPts val="0"/>
              </a:spcBef>
              <a:spcAft>
                <a:spcPts val="0"/>
              </a:spcAft>
              <a:buSzPts val="1100"/>
              <a:buNone/>
              <a:defRPr/>
            </a:lvl1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39" name="Shape 539"/>
        <p:cNvGrpSpPr/>
        <p:nvPr/>
      </p:nvGrpSpPr>
      <p:grpSpPr>
        <a:xfrm>
          <a:off x="0" y="0"/>
          <a:ext cx="0" cy="0"/>
          <a:chOff x="0" y="0"/>
          <a:chExt cx="0" cy="0"/>
        </a:xfrm>
      </p:grpSpPr>
      <p:sp>
        <p:nvSpPr>
          <p:cNvPr id="540" name="Google Shape;540;p54"/>
          <p:cNvSpPr txBox="1"/>
          <p:nvPr>
            <p:ph hasCustomPrompt="1" type="title"/>
          </p:nvPr>
        </p:nvSpPr>
        <p:spPr>
          <a:xfrm>
            <a:off x="311700" y="1106125"/>
            <a:ext cx="8520600" cy="1963500"/>
          </a:xfrm>
          <a:prstGeom prst="rect">
            <a:avLst/>
          </a:prstGeom>
        </p:spPr>
        <p:txBody>
          <a:bodyPr anchorCtr="0" anchor="b" bIns="0" lIns="0" spcFirstLastPara="1" rIns="91425"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41" name="Google Shape;541;p54"/>
          <p:cNvSpPr txBox="1"/>
          <p:nvPr>
            <p:ph idx="1" type="body"/>
          </p:nvPr>
        </p:nvSpPr>
        <p:spPr>
          <a:xfrm>
            <a:off x="311700" y="3152225"/>
            <a:ext cx="8520600" cy="1300800"/>
          </a:xfrm>
          <a:prstGeom prst="rect">
            <a:avLst/>
          </a:prstGeom>
        </p:spPr>
        <p:txBody>
          <a:bodyPr anchorCtr="0" anchor="t" bIns="0" lIns="0" spcFirstLastPara="1" rIns="91425" wrap="square" tIns="0">
            <a:noAutofit/>
          </a:bodyPr>
          <a:lstStyle>
            <a:lvl1pPr indent="-298450" lvl="0" marL="457200" algn="ctr">
              <a:spcBef>
                <a:spcPts val="0"/>
              </a:spcBef>
              <a:spcAft>
                <a:spcPts val="0"/>
              </a:spcAft>
              <a:buSzPts val="1100"/>
              <a:buChar char="●"/>
              <a:defRPr/>
            </a:lvl1pPr>
            <a:lvl2pPr indent="-298450" lvl="1" marL="914400" algn="ctr">
              <a:spcBef>
                <a:spcPts val="1000"/>
              </a:spcBef>
              <a:spcAft>
                <a:spcPts val="0"/>
              </a:spcAft>
              <a:buSzPts val="1100"/>
              <a:buChar char="○"/>
              <a:defRPr/>
            </a:lvl2pPr>
            <a:lvl3pPr indent="-298450" lvl="2" marL="1371600" algn="ctr">
              <a:spcBef>
                <a:spcPts val="1000"/>
              </a:spcBef>
              <a:spcAft>
                <a:spcPts val="0"/>
              </a:spcAft>
              <a:buSzPts val="1100"/>
              <a:buChar char="■"/>
              <a:defRPr/>
            </a:lvl3pPr>
            <a:lvl4pPr indent="-298450" lvl="3" marL="1828800" algn="ctr">
              <a:spcBef>
                <a:spcPts val="1000"/>
              </a:spcBef>
              <a:spcAft>
                <a:spcPts val="0"/>
              </a:spcAft>
              <a:buSzPts val="1100"/>
              <a:buChar char="●"/>
              <a:defRPr/>
            </a:lvl4pPr>
            <a:lvl5pPr indent="-298450" lvl="4" marL="2286000" algn="ctr">
              <a:spcBef>
                <a:spcPts val="1000"/>
              </a:spcBef>
              <a:spcAft>
                <a:spcPts val="0"/>
              </a:spcAft>
              <a:buSzPts val="1100"/>
              <a:buChar char="○"/>
              <a:defRPr/>
            </a:lvl5pPr>
            <a:lvl6pPr indent="-298450" lvl="5" marL="2743200" algn="ctr">
              <a:spcBef>
                <a:spcPts val="1000"/>
              </a:spcBef>
              <a:spcAft>
                <a:spcPts val="0"/>
              </a:spcAft>
              <a:buSzPts val="1100"/>
              <a:buChar char="■"/>
              <a:defRPr/>
            </a:lvl6pPr>
            <a:lvl7pPr indent="-298450" lvl="6" marL="3200400" algn="ctr">
              <a:spcBef>
                <a:spcPts val="1000"/>
              </a:spcBef>
              <a:spcAft>
                <a:spcPts val="0"/>
              </a:spcAft>
              <a:buSzPts val="1100"/>
              <a:buChar char="●"/>
              <a:defRPr/>
            </a:lvl7pPr>
            <a:lvl8pPr indent="-298450" lvl="7" marL="3657600" algn="ctr">
              <a:spcBef>
                <a:spcPts val="1000"/>
              </a:spcBef>
              <a:spcAft>
                <a:spcPts val="0"/>
              </a:spcAft>
              <a:buSzPts val="1100"/>
              <a:buChar char="○"/>
              <a:defRPr/>
            </a:lvl8pPr>
            <a:lvl9pPr indent="-298450" lvl="8" marL="4114800" algn="ctr">
              <a:spcBef>
                <a:spcPts val="1000"/>
              </a:spcBef>
              <a:spcAft>
                <a:spcPts val="1000"/>
              </a:spcAft>
              <a:buSzPts val="1100"/>
              <a:buChar char="■"/>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42" name="Shape 542"/>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543" name="Shape 543"/>
        <p:cNvGrpSpPr/>
        <p:nvPr/>
      </p:nvGrpSpPr>
      <p:grpSpPr>
        <a:xfrm>
          <a:off x="0" y="0"/>
          <a:ext cx="0" cy="0"/>
          <a:chOff x="0" y="0"/>
          <a:chExt cx="0" cy="0"/>
        </a:xfrm>
      </p:grpSpPr>
      <p:sp>
        <p:nvSpPr>
          <p:cNvPr id="544" name="Google Shape;544;p56"/>
          <p:cNvSpPr txBox="1"/>
          <p:nvPr>
            <p:ph type="title"/>
          </p:nvPr>
        </p:nvSpPr>
        <p:spPr>
          <a:xfrm>
            <a:off x="677325" y="1832775"/>
            <a:ext cx="3217200" cy="1484100"/>
          </a:xfrm>
          <a:prstGeom prst="rect">
            <a:avLst/>
          </a:prstGeom>
        </p:spPr>
        <p:txBody>
          <a:bodyPr anchorCtr="0" anchor="ctr" bIns="0" lIns="0" spcFirstLastPara="1" rIns="91425" wrap="square" tIns="0">
            <a:noAutofit/>
          </a:bodyPr>
          <a:lstStyle>
            <a:lvl1pPr lvl="0">
              <a:spcBef>
                <a:spcPts val="0"/>
              </a:spcBef>
              <a:spcAft>
                <a:spcPts val="0"/>
              </a:spcAft>
              <a:buSzPts val="4200"/>
              <a:buNone/>
              <a:defRPr sz="4200"/>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45" name="Google Shape;545;p56"/>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6" name="Google Shape;546;p56"/>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7" name="Google Shape;547;p56"/>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8" name="Google Shape;548;p56"/>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9" name="Google Shape;549;p56"/>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0" name="Google Shape;550;p56"/>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51" name="Shape 551"/>
        <p:cNvGrpSpPr/>
        <p:nvPr/>
      </p:nvGrpSpPr>
      <p:grpSpPr>
        <a:xfrm>
          <a:off x="0" y="0"/>
          <a:ext cx="0" cy="0"/>
          <a:chOff x="0" y="0"/>
          <a:chExt cx="0" cy="0"/>
        </a:xfrm>
      </p:grpSpPr>
      <p:sp>
        <p:nvSpPr>
          <p:cNvPr id="552" name="Google Shape;552;p57"/>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53" name="Google Shape;553;p57"/>
          <p:cNvSpPr txBox="1"/>
          <p:nvPr>
            <p:ph idx="1" type="body"/>
          </p:nvPr>
        </p:nvSpPr>
        <p:spPr>
          <a:xfrm>
            <a:off x="311700" y="1152475"/>
            <a:ext cx="4473900" cy="34164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54" name="Google Shape;554;p57"/>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55" name="Shape 555"/>
        <p:cNvGrpSpPr/>
        <p:nvPr/>
      </p:nvGrpSpPr>
      <p:grpSpPr>
        <a:xfrm>
          <a:off x="0" y="0"/>
          <a:ext cx="0" cy="0"/>
          <a:chOff x="0" y="0"/>
          <a:chExt cx="0" cy="0"/>
        </a:xfrm>
      </p:grpSpPr>
      <p:sp>
        <p:nvSpPr>
          <p:cNvPr id="556" name="Google Shape;556;p58"/>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57" name="Google Shape;557;p58"/>
          <p:cNvSpPr txBox="1"/>
          <p:nvPr>
            <p:ph idx="1" type="body"/>
          </p:nvPr>
        </p:nvSpPr>
        <p:spPr>
          <a:xfrm>
            <a:off x="483150" y="2237788"/>
            <a:ext cx="36198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58" name="Google Shape;558;p58"/>
          <p:cNvSpPr txBox="1"/>
          <p:nvPr>
            <p:ph idx="2" type="body"/>
          </p:nvPr>
        </p:nvSpPr>
        <p:spPr>
          <a:xfrm>
            <a:off x="5048000" y="2237788"/>
            <a:ext cx="36198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59" name="Google Shape;559;p58"/>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0" name="Google Shape;560;p58"/>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61" name="Shape 561"/>
        <p:cNvGrpSpPr/>
        <p:nvPr/>
      </p:nvGrpSpPr>
      <p:grpSpPr>
        <a:xfrm>
          <a:off x="0" y="0"/>
          <a:ext cx="0" cy="0"/>
          <a:chOff x="0" y="0"/>
          <a:chExt cx="0" cy="0"/>
        </a:xfrm>
      </p:grpSpPr>
      <p:sp>
        <p:nvSpPr>
          <p:cNvPr id="562" name="Google Shape;562;p59"/>
          <p:cNvSpPr txBox="1"/>
          <p:nvPr>
            <p:ph idx="1" type="body"/>
          </p:nvPr>
        </p:nvSpPr>
        <p:spPr>
          <a:xfrm>
            <a:off x="48317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63" name="Google Shape;563;p59"/>
          <p:cNvSpPr txBox="1"/>
          <p:nvPr>
            <p:ph idx="2" type="body"/>
          </p:nvPr>
        </p:nvSpPr>
        <p:spPr>
          <a:xfrm>
            <a:off x="334772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64" name="Google Shape;564;p59"/>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65" name="Google Shape;565;p59"/>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6" name="Google Shape;566;p59"/>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7" name="Google Shape;567;p59"/>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8" name="Google Shape;568;p59"/>
          <p:cNvSpPr txBox="1"/>
          <p:nvPr>
            <p:ph idx="6" type="body"/>
          </p:nvPr>
        </p:nvSpPr>
        <p:spPr>
          <a:xfrm>
            <a:off x="621227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569" name="Shape 569"/>
        <p:cNvGrpSpPr/>
        <p:nvPr/>
      </p:nvGrpSpPr>
      <p:grpSpPr>
        <a:xfrm>
          <a:off x="0" y="0"/>
          <a:ext cx="0" cy="0"/>
          <a:chOff x="0" y="0"/>
          <a:chExt cx="0" cy="0"/>
        </a:xfrm>
      </p:grpSpPr>
      <p:sp>
        <p:nvSpPr>
          <p:cNvPr id="570" name="Google Shape;570;p60"/>
          <p:cNvSpPr txBox="1"/>
          <p:nvPr>
            <p:ph idx="1" type="body"/>
          </p:nvPr>
        </p:nvSpPr>
        <p:spPr>
          <a:xfrm>
            <a:off x="366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71" name="Google Shape;571;p60"/>
          <p:cNvSpPr txBox="1"/>
          <p:nvPr>
            <p:ph idx="2" type="body"/>
          </p:nvPr>
        </p:nvSpPr>
        <p:spPr>
          <a:xfrm>
            <a:off x="4938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72" name="Google Shape;572;p60"/>
          <p:cNvSpPr txBox="1"/>
          <p:nvPr>
            <p:ph idx="3" type="body"/>
          </p:nvPr>
        </p:nvSpPr>
        <p:spPr>
          <a:xfrm>
            <a:off x="366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73" name="Google Shape;573;p60"/>
          <p:cNvSpPr txBox="1"/>
          <p:nvPr>
            <p:ph idx="4" type="body"/>
          </p:nvPr>
        </p:nvSpPr>
        <p:spPr>
          <a:xfrm>
            <a:off x="4938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74" name="Google Shape;574;p60"/>
          <p:cNvSpPr txBox="1"/>
          <p:nvPr>
            <p:ph type="title"/>
          </p:nvPr>
        </p:nvSpPr>
        <p:spPr>
          <a:xfrm>
            <a:off x="366750"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75" name="Google Shape;575;p60"/>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6" name="Google Shape;576;p60"/>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7" name="Google Shape;577;p60"/>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8" name="Google Shape;578;p60"/>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79" name="Shape 579"/>
        <p:cNvGrpSpPr/>
        <p:nvPr/>
      </p:nvGrpSpPr>
      <p:grpSpPr>
        <a:xfrm>
          <a:off x="0" y="0"/>
          <a:ext cx="0" cy="0"/>
          <a:chOff x="0" y="0"/>
          <a:chExt cx="0" cy="0"/>
        </a:xfrm>
      </p:grpSpPr>
      <p:sp>
        <p:nvSpPr>
          <p:cNvPr id="580" name="Google Shape;580;p61"/>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81" name="Google Shape;581;p61"/>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82" name="Shape 582"/>
        <p:cNvGrpSpPr/>
        <p:nvPr/>
      </p:nvGrpSpPr>
      <p:grpSpPr>
        <a:xfrm>
          <a:off x="0" y="0"/>
          <a:ext cx="0" cy="0"/>
          <a:chOff x="0" y="0"/>
          <a:chExt cx="0" cy="0"/>
        </a:xfrm>
      </p:grpSpPr>
      <p:sp>
        <p:nvSpPr>
          <p:cNvPr id="583" name="Google Shape;583;p62"/>
          <p:cNvSpPr txBox="1"/>
          <p:nvPr>
            <p:ph idx="1" type="body"/>
          </p:nvPr>
        </p:nvSpPr>
        <p:spPr>
          <a:xfrm>
            <a:off x="311700"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84" name="Google Shape;584;p62"/>
          <p:cNvSpPr/>
          <p:nvPr>
            <p:ph idx="2" type="pic"/>
          </p:nvPr>
        </p:nvSpPr>
        <p:spPr>
          <a:xfrm>
            <a:off x="4804825" y="1133300"/>
            <a:ext cx="4027500" cy="2392800"/>
          </a:xfrm>
          <a:prstGeom prst="rect">
            <a:avLst/>
          </a:prstGeom>
          <a:noFill/>
          <a:ln>
            <a:noFill/>
          </a:ln>
        </p:spPr>
      </p:sp>
      <p:sp>
        <p:nvSpPr>
          <p:cNvPr id="585" name="Google Shape;585;p62"/>
          <p:cNvSpPr/>
          <p:nvPr>
            <p:ph idx="3" type="pic"/>
          </p:nvPr>
        </p:nvSpPr>
        <p:spPr>
          <a:xfrm>
            <a:off x="311725" y="1133300"/>
            <a:ext cx="4027500" cy="2392800"/>
          </a:xfrm>
          <a:prstGeom prst="rect">
            <a:avLst/>
          </a:prstGeom>
          <a:noFill/>
          <a:ln>
            <a:noFill/>
          </a:ln>
        </p:spPr>
      </p:sp>
      <p:sp>
        <p:nvSpPr>
          <p:cNvPr id="586" name="Google Shape;586;p62"/>
          <p:cNvSpPr txBox="1"/>
          <p:nvPr>
            <p:ph idx="4" type="body"/>
          </p:nvPr>
        </p:nvSpPr>
        <p:spPr>
          <a:xfrm>
            <a:off x="4804825"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87" name="Google Shape;587;p62"/>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88" name="Google Shape;588;p62"/>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89" name="Google Shape;589;p62"/>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90" name="Shape 590"/>
        <p:cNvGrpSpPr/>
        <p:nvPr/>
      </p:nvGrpSpPr>
      <p:grpSpPr>
        <a:xfrm>
          <a:off x="0" y="0"/>
          <a:ext cx="0" cy="0"/>
          <a:chOff x="0" y="0"/>
          <a:chExt cx="0" cy="0"/>
        </a:xfrm>
      </p:grpSpPr>
      <p:sp>
        <p:nvSpPr>
          <p:cNvPr id="591" name="Google Shape;591;p63"/>
          <p:cNvSpPr txBox="1"/>
          <p:nvPr>
            <p:ph idx="1" type="body"/>
          </p:nvPr>
        </p:nvSpPr>
        <p:spPr>
          <a:xfrm>
            <a:off x="31170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92" name="Google Shape;592;p63"/>
          <p:cNvSpPr/>
          <p:nvPr>
            <p:ph idx="2" type="pic"/>
          </p:nvPr>
        </p:nvSpPr>
        <p:spPr>
          <a:xfrm>
            <a:off x="6205225" y="1128325"/>
            <a:ext cx="2627100" cy="2273100"/>
          </a:xfrm>
          <a:prstGeom prst="rect">
            <a:avLst/>
          </a:prstGeom>
          <a:noFill/>
          <a:ln>
            <a:noFill/>
          </a:ln>
        </p:spPr>
      </p:sp>
      <p:sp>
        <p:nvSpPr>
          <p:cNvPr id="593" name="Google Shape;593;p63"/>
          <p:cNvSpPr/>
          <p:nvPr>
            <p:ph idx="3" type="pic"/>
          </p:nvPr>
        </p:nvSpPr>
        <p:spPr>
          <a:xfrm>
            <a:off x="311725" y="1128325"/>
            <a:ext cx="2627100" cy="2273100"/>
          </a:xfrm>
          <a:prstGeom prst="rect">
            <a:avLst/>
          </a:prstGeom>
          <a:noFill/>
          <a:ln>
            <a:noFill/>
          </a:ln>
        </p:spPr>
      </p:sp>
      <p:sp>
        <p:nvSpPr>
          <p:cNvPr id="594" name="Google Shape;594;p63"/>
          <p:cNvSpPr txBox="1"/>
          <p:nvPr>
            <p:ph idx="4" type="body"/>
          </p:nvPr>
        </p:nvSpPr>
        <p:spPr>
          <a:xfrm>
            <a:off x="6205225"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95" name="Google Shape;595;p63"/>
          <p:cNvSpPr/>
          <p:nvPr>
            <p:ph idx="5" type="pic"/>
          </p:nvPr>
        </p:nvSpPr>
        <p:spPr>
          <a:xfrm>
            <a:off x="3255250" y="1128325"/>
            <a:ext cx="2627100" cy="2273100"/>
          </a:xfrm>
          <a:prstGeom prst="rect">
            <a:avLst/>
          </a:prstGeom>
          <a:noFill/>
          <a:ln>
            <a:noFill/>
          </a:ln>
        </p:spPr>
      </p:sp>
      <p:sp>
        <p:nvSpPr>
          <p:cNvPr id="596" name="Google Shape;596;p63"/>
          <p:cNvSpPr txBox="1"/>
          <p:nvPr>
            <p:ph idx="6" type="body"/>
          </p:nvPr>
        </p:nvSpPr>
        <p:spPr>
          <a:xfrm>
            <a:off x="325525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97" name="Google Shape;597;p63"/>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98" name="Google Shape;598;p63"/>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99" name="Google Shape;599;p63"/>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00" name="Google Shape;600;p63"/>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601" name="Shape 601"/>
        <p:cNvGrpSpPr/>
        <p:nvPr/>
      </p:nvGrpSpPr>
      <p:grpSpPr>
        <a:xfrm>
          <a:off x="0" y="0"/>
          <a:ext cx="0" cy="0"/>
          <a:chOff x="0" y="0"/>
          <a:chExt cx="0" cy="0"/>
        </a:xfrm>
      </p:grpSpPr>
      <p:sp>
        <p:nvSpPr>
          <p:cNvPr id="602" name="Google Shape;602;p64"/>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603" name="Shape 603"/>
        <p:cNvGrpSpPr/>
        <p:nvPr/>
      </p:nvGrpSpPr>
      <p:grpSpPr>
        <a:xfrm>
          <a:off x="0" y="0"/>
          <a:ext cx="0" cy="0"/>
          <a:chOff x="0" y="0"/>
          <a:chExt cx="0" cy="0"/>
        </a:xfrm>
      </p:grpSpPr>
      <p:sp>
        <p:nvSpPr>
          <p:cNvPr id="604" name="Google Shape;604;p65"/>
          <p:cNvSpPr/>
          <p:nvPr>
            <p:ph idx="2" type="pic"/>
          </p:nvPr>
        </p:nvSpPr>
        <p:spPr>
          <a:xfrm>
            <a:off x="3389600" y="118913"/>
            <a:ext cx="1643700" cy="1535100"/>
          </a:xfrm>
          <a:prstGeom prst="rect">
            <a:avLst/>
          </a:prstGeom>
          <a:noFill/>
          <a:ln>
            <a:noFill/>
          </a:ln>
        </p:spPr>
      </p:sp>
      <p:sp>
        <p:nvSpPr>
          <p:cNvPr id="605" name="Google Shape;605;p65"/>
          <p:cNvSpPr/>
          <p:nvPr>
            <p:ph idx="3" type="pic"/>
          </p:nvPr>
        </p:nvSpPr>
        <p:spPr>
          <a:xfrm>
            <a:off x="5195935" y="118913"/>
            <a:ext cx="1643700" cy="1535100"/>
          </a:xfrm>
          <a:prstGeom prst="rect">
            <a:avLst/>
          </a:prstGeom>
          <a:noFill/>
          <a:ln>
            <a:noFill/>
          </a:ln>
        </p:spPr>
      </p:sp>
      <p:sp>
        <p:nvSpPr>
          <p:cNvPr id="606" name="Google Shape;606;p65"/>
          <p:cNvSpPr/>
          <p:nvPr>
            <p:ph idx="4" type="pic"/>
          </p:nvPr>
        </p:nvSpPr>
        <p:spPr>
          <a:xfrm>
            <a:off x="7002270" y="118913"/>
            <a:ext cx="1643700" cy="1535100"/>
          </a:xfrm>
          <a:prstGeom prst="rect">
            <a:avLst/>
          </a:prstGeom>
          <a:noFill/>
          <a:ln>
            <a:noFill/>
          </a:ln>
        </p:spPr>
      </p:sp>
      <p:sp>
        <p:nvSpPr>
          <p:cNvPr id="607" name="Google Shape;607;p65"/>
          <p:cNvSpPr/>
          <p:nvPr>
            <p:ph idx="5" type="pic"/>
          </p:nvPr>
        </p:nvSpPr>
        <p:spPr>
          <a:xfrm>
            <a:off x="3389588" y="1804212"/>
            <a:ext cx="1643700" cy="1535100"/>
          </a:xfrm>
          <a:prstGeom prst="rect">
            <a:avLst/>
          </a:prstGeom>
          <a:noFill/>
          <a:ln>
            <a:noFill/>
          </a:ln>
        </p:spPr>
      </p:sp>
      <p:sp>
        <p:nvSpPr>
          <p:cNvPr id="608" name="Google Shape;608;p65"/>
          <p:cNvSpPr/>
          <p:nvPr>
            <p:ph idx="6" type="pic"/>
          </p:nvPr>
        </p:nvSpPr>
        <p:spPr>
          <a:xfrm>
            <a:off x="5195922" y="1804212"/>
            <a:ext cx="1643700" cy="1535100"/>
          </a:xfrm>
          <a:prstGeom prst="rect">
            <a:avLst/>
          </a:prstGeom>
          <a:noFill/>
          <a:ln>
            <a:noFill/>
          </a:ln>
        </p:spPr>
      </p:sp>
      <p:sp>
        <p:nvSpPr>
          <p:cNvPr id="609" name="Google Shape;609;p65"/>
          <p:cNvSpPr/>
          <p:nvPr>
            <p:ph idx="7" type="pic"/>
          </p:nvPr>
        </p:nvSpPr>
        <p:spPr>
          <a:xfrm>
            <a:off x="7002257" y="1804212"/>
            <a:ext cx="1643700" cy="1535100"/>
          </a:xfrm>
          <a:prstGeom prst="rect">
            <a:avLst/>
          </a:prstGeom>
          <a:noFill/>
          <a:ln>
            <a:noFill/>
          </a:ln>
        </p:spPr>
      </p:sp>
      <p:sp>
        <p:nvSpPr>
          <p:cNvPr id="610" name="Google Shape;610;p65"/>
          <p:cNvSpPr txBox="1"/>
          <p:nvPr>
            <p:ph type="title"/>
          </p:nvPr>
        </p:nvSpPr>
        <p:spPr>
          <a:xfrm>
            <a:off x="351550" y="445025"/>
            <a:ext cx="2596800" cy="1706400"/>
          </a:xfrm>
          <a:prstGeom prst="rect">
            <a:avLst/>
          </a:prstGeom>
        </p:spPr>
        <p:txBody>
          <a:bodyPr anchorCtr="0" anchor="t" bIns="0" lIns="0" spcFirstLastPara="1" rIns="91425" wrap="square" tIns="0">
            <a:sp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611" name="Google Shape;611;p65"/>
          <p:cNvSpPr/>
          <p:nvPr>
            <p:ph idx="8" type="pic"/>
          </p:nvPr>
        </p:nvSpPr>
        <p:spPr>
          <a:xfrm>
            <a:off x="3389588" y="3489487"/>
            <a:ext cx="1643700" cy="1535100"/>
          </a:xfrm>
          <a:prstGeom prst="rect">
            <a:avLst/>
          </a:prstGeom>
          <a:noFill/>
          <a:ln>
            <a:noFill/>
          </a:ln>
        </p:spPr>
      </p:sp>
      <p:sp>
        <p:nvSpPr>
          <p:cNvPr id="612" name="Google Shape;612;p65"/>
          <p:cNvSpPr/>
          <p:nvPr>
            <p:ph idx="9" type="pic"/>
          </p:nvPr>
        </p:nvSpPr>
        <p:spPr>
          <a:xfrm>
            <a:off x="5195922" y="3489487"/>
            <a:ext cx="1643700" cy="1535100"/>
          </a:xfrm>
          <a:prstGeom prst="rect">
            <a:avLst/>
          </a:prstGeom>
          <a:noFill/>
          <a:ln>
            <a:noFill/>
          </a:ln>
        </p:spPr>
      </p:sp>
      <p:sp>
        <p:nvSpPr>
          <p:cNvPr id="613" name="Google Shape;613;p65"/>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theme" Target="../theme/theme2.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84700" y="1782325"/>
            <a:ext cx="6153900" cy="2901300"/>
          </a:xfrm>
          <a:prstGeom prst="rect">
            <a:avLst/>
          </a:prstGeom>
          <a:noFill/>
          <a:ln>
            <a:noFill/>
          </a:ln>
        </p:spPr>
        <p:txBody>
          <a:bodyPr anchorCtr="0" anchor="t" bIns="0" lIns="0" spcFirstLastPara="1" rIns="91425" wrap="square" tIns="0">
            <a:noAutofit/>
          </a:bodyPr>
          <a:lstStyle>
            <a:lvl1pPr indent="-298450" lvl="0" marL="457200">
              <a:lnSpc>
                <a:spcPct val="150000"/>
              </a:lnSpc>
              <a:spcBef>
                <a:spcPts val="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1pPr>
            <a:lvl2pPr indent="-298450" lvl="1" marL="9144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2pPr>
            <a:lvl3pPr indent="-298450" lvl="2" marL="13716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3pPr>
            <a:lvl4pPr indent="-298450" lvl="3" marL="18288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4pPr>
            <a:lvl5pPr indent="-298450" lvl="4" marL="22860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5pPr>
            <a:lvl6pPr indent="-298450" lvl="5" marL="27432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6pPr>
            <a:lvl7pPr indent="-298450" lvl="6" marL="32004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7pPr>
            <a:lvl8pPr indent="-298450" lvl="7" marL="36576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8pPr>
            <a:lvl9pPr indent="-298450" lvl="8" marL="4114800">
              <a:lnSpc>
                <a:spcPct val="150000"/>
              </a:lnSpc>
              <a:spcBef>
                <a:spcPts val="1000"/>
              </a:spcBef>
              <a:spcAft>
                <a:spcPts val="1000"/>
              </a:spcAft>
              <a:buClr>
                <a:schemeClr val="lt1"/>
              </a:buClr>
              <a:buSzPts val="1100"/>
              <a:buFont typeface="Urbanist"/>
              <a:buChar char="■"/>
              <a:defRPr sz="1100">
                <a:solidFill>
                  <a:schemeClr val="lt1"/>
                </a:solidFill>
                <a:latin typeface="Urbanist"/>
                <a:ea typeface="Urbanist"/>
                <a:cs typeface="Urbanist"/>
                <a:sym typeface="Urbanist"/>
              </a:defRPr>
            </a:lvl9pPr>
          </a:lstStyle>
          <a:p/>
        </p:txBody>
      </p:sp>
      <p:sp>
        <p:nvSpPr>
          <p:cNvPr id="52" name="Google Shape;52;p13"/>
          <p:cNvSpPr txBox="1"/>
          <p:nvPr>
            <p:ph type="title"/>
          </p:nvPr>
        </p:nvSpPr>
        <p:spPr>
          <a:xfrm>
            <a:off x="283475" y="459250"/>
            <a:ext cx="8575800" cy="655500"/>
          </a:xfrm>
          <a:prstGeom prst="rect">
            <a:avLst/>
          </a:prstGeom>
          <a:noFill/>
          <a:ln>
            <a:noFill/>
          </a:ln>
        </p:spPr>
        <p:txBody>
          <a:bodyPr anchorCtr="0" anchor="t" bIns="0" lIns="0" spcFirstLastPara="1" rIns="91425" wrap="square" tIns="0">
            <a:noAutofit/>
          </a:bodyPr>
          <a:lstStyle>
            <a:lvl1pPr lvl="0">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99">
          <p15:clr>
            <a:schemeClr val="accent1"/>
          </p15:clr>
        </p15:guide>
        <p15:guide id="2" orient="horz" pos="899">
          <p15:clr>
            <a:schemeClr val="accent1"/>
          </p15:clr>
        </p15:guide>
        <p15:guide id="3" orient="horz" pos="960">
          <p15:clr>
            <a:schemeClr val="accent1"/>
          </p15:clr>
        </p15:guide>
        <p15:guide id="4" orient="horz" pos="1560">
          <p15:clr>
            <a:schemeClr val="accent1"/>
          </p15:clr>
        </p15:guide>
        <p15:guide id="5" orient="horz" pos="1620">
          <p15:clr>
            <a:schemeClr val="accent1"/>
          </p15:clr>
        </p15:guide>
        <p15:guide id="6" orient="horz" pos="2280">
          <p15:clr>
            <a:schemeClr val="accent1"/>
          </p15:clr>
        </p15:guide>
        <p15:guide id="7" orient="horz" pos="2341">
          <p15:clr>
            <a:schemeClr val="accent1"/>
          </p15:clr>
        </p15:guide>
        <p15:guide id="8" pos="299">
          <p15:clr>
            <a:schemeClr val="accent1"/>
          </p15:clr>
        </p15:guide>
        <p15:guide id="9" pos="1559">
          <p15:clr>
            <a:schemeClr val="accent1"/>
          </p15:clr>
        </p15:guide>
        <p15:guide id="10" pos="1618">
          <p15:clr>
            <a:schemeClr val="accent1"/>
          </p15:clr>
        </p15:guide>
        <p15:guide id="11" pos="1981">
          <p15:clr>
            <a:schemeClr val="accent2"/>
          </p15:clr>
        </p15:guide>
        <p15:guide id="12" pos="2039">
          <p15:clr>
            <a:schemeClr val="accent2"/>
          </p15:clr>
        </p15:guide>
        <p15:guide id="13" pos="2880">
          <p15:clr>
            <a:schemeClr val="accent1"/>
          </p15:clr>
        </p15:guide>
        <p15:guide id="14" pos="2939">
          <p15:clr>
            <a:schemeClr val="accent1"/>
          </p15:clr>
        </p15:guide>
        <p15:guide id="15" pos="3719">
          <p15:clr>
            <a:schemeClr val="accent2"/>
          </p15:clr>
        </p15:guide>
        <p15:guide id="16" pos="3779">
          <p15:clr>
            <a:schemeClr val="accent2"/>
          </p15:clr>
        </p15:guide>
        <p15:guide id="17" pos="4140">
          <p15:clr>
            <a:schemeClr val="accent1"/>
          </p15:clr>
        </p15:guide>
        <p15:guide id="18" pos="4199">
          <p15:clr>
            <a:schemeClr val="accent1"/>
          </p15:clr>
        </p15:guide>
        <p15:guide id="19" pos="5459">
          <p15:clr>
            <a:schemeClr val="accent1"/>
          </p15:clr>
        </p15:guide>
        <p15:guide id="20" orient="horz" pos="2941">
          <p15:clr>
            <a:schemeClr val="accent1"/>
          </p15:clr>
        </p15:guide>
        <p15:guide id="21" pos="179">
          <p15:clr>
            <a:srgbClr val="EA4335"/>
          </p15:clr>
        </p15:guide>
        <p15:guide id="22" orient="horz" pos="180">
          <p15:clr>
            <a:srgbClr val="EA4335"/>
          </p15:clr>
        </p15:guide>
        <p15:guide id="23" pos="5581">
          <p15:clr>
            <a:srgbClr val="EA4335"/>
          </p15:clr>
        </p15:guide>
        <p15:guide id="24" orient="horz" pos="30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66"/>
          <p:cNvSpPr txBox="1"/>
          <p:nvPr>
            <p:ph type="title"/>
          </p:nvPr>
        </p:nvSpPr>
        <p:spPr>
          <a:xfrm>
            <a:off x="2933225" y="837725"/>
            <a:ext cx="5783400" cy="3258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4400"/>
              <a:t>Architecture </a:t>
            </a:r>
            <a:endParaRPr sz="4400"/>
          </a:p>
          <a:p>
            <a:pPr indent="0" lvl="0" marL="0" rtl="0" algn="l">
              <a:spcBef>
                <a:spcPts val="0"/>
              </a:spcBef>
              <a:spcAft>
                <a:spcPts val="0"/>
              </a:spcAft>
              <a:buNone/>
            </a:pPr>
            <a:r>
              <a:rPr lang="en" sz="4400"/>
              <a:t>paradigms</a:t>
            </a:r>
            <a:endParaRPr sz="4400"/>
          </a:p>
          <a:p>
            <a:pPr indent="0" lvl="0" marL="0" rtl="0" algn="l">
              <a:spcBef>
                <a:spcPts val="0"/>
              </a:spcBef>
              <a:spcAft>
                <a:spcPts val="0"/>
              </a:spcAft>
              <a:buNone/>
            </a:pPr>
            <a:r>
              <a:t/>
            </a:r>
            <a:endParaRPr sz="4400"/>
          </a:p>
          <a:p>
            <a:pPr indent="0" lvl="0" marL="0" rtl="0" algn="l">
              <a:spcBef>
                <a:spcPts val="0"/>
              </a:spcBef>
              <a:spcAft>
                <a:spcPts val="0"/>
              </a:spcAft>
              <a:buNone/>
            </a:pPr>
            <a:r>
              <a:rPr lang="en" sz="4400"/>
              <a:t>Message queues</a:t>
            </a:r>
            <a:endParaRPr sz="4400"/>
          </a:p>
          <a:p>
            <a:pPr indent="0" lvl="0" marL="0" rtl="0" algn="l">
              <a:spcBef>
                <a:spcPts val="0"/>
              </a:spcBef>
              <a:spcAft>
                <a:spcPts val="0"/>
              </a:spcAft>
              <a:buNone/>
            </a:pPr>
            <a:r>
              <a:t/>
            </a:r>
            <a:endParaRPr sz="4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67"/>
          <p:cNvSpPr txBox="1"/>
          <p:nvPr>
            <p:ph idx="1" type="subTitle"/>
          </p:nvPr>
        </p:nvSpPr>
        <p:spPr>
          <a:xfrm>
            <a:off x="284700" y="207425"/>
            <a:ext cx="7087500" cy="657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b="1" lang="en" sz="1900">
                <a:latin typeface="Urbanist"/>
                <a:ea typeface="Urbanist"/>
                <a:cs typeface="Urbanist"/>
                <a:sym typeface="Urbanist"/>
              </a:rPr>
              <a:t>Архітектури програмних систем</a:t>
            </a:r>
            <a:endParaRPr sz="1900"/>
          </a:p>
        </p:txBody>
      </p:sp>
      <p:sp>
        <p:nvSpPr>
          <p:cNvPr id="624" name="Google Shape;624;p67"/>
          <p:cNvSpPr txBox="1"/>
          <p:nvPr/>
        </p:nvSpPr>
        <p:spPr>
          <a:xfrm>
            <a:off x="0" y="942050"/>
            <a:ext cx="6482100" cy="41313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 sz="1600">
                <a:solidFill>
                  <a:schemeClr val="lt1"/>
                </a:solidFill>
                <a:latin typeface="Urbanist"/>
                <a:ea typeface="Urbanist"/>
                <a:cs typeface="Urbanist"/>
                <a:sym typeface="Urbanist"/>
              </a:rPr>
              <a:t>Архітектура визначає:</a:t>
            </a:r>
            <a:endParaRPr sz="1600">
              <a:solidFill>
                <a:schemeClr val="lt1"/>
              </a:solidFill>
              <a:latin typeface="Urbanist"/>
              <a:ea typeface="Urbanist"/>
              <a:cs typeface="Urbanist"/>
              <a:sym typeface="Urbanist"/>
            </a:endParaRPr>
          </a:p>
          <a:p>
            <a:pPr indent="0" lvl="0" marL="457200" rtl="0" algn="l">
              <a:spcBef>
                <a:spcPts val="0"/>
              </a:spcBef>
              <a:spcAft>
                <a:spcPts val="0"/>
              </a:spcAft>
              <a:buNone/>
            </a:pPr>
            <a:r>
              <a:t/>
            </a:r>
            <a:endParaRPr sz="1600">
              <a:solidFill>
                <a:schemeClr val="lt1"/>
              </a:solidFill>
              <a:latin typeface="Urbanist"/>
              <a:ea typeface="Urbanist"/>
              <a:cs typeface="Urbanist"/>
              <a:sym typeface="Urbanist"/>
            </a:endParaRPr>
          </a:p>
          <a:p>
            <a:pPr indent="-330200" lvl="0" marL="457200" rtl="0" algn="l">
              <a:spcBef>
                <a:spcPts val="0"/>
              </a:spcBef>
              <a:spcAft>
                <a:spcPts val="0"/>
              </a:spcAft>
              <a:buClr>
                <a:schemeClr val="lt1"/>
              </a:buClr>
              <a:buSzPts val="1600"/>
              <a:buFont typeface="Urbanist"/>
              <a:buChar char="●"/>
            </a:pPr>
            <a:r>
              <a:rPr lang="en" sz="1600">
                <a:solidFill>
                  <a:schemeClr val="lt1"/>
                </a:solidFill>
                <a:latin typeface="Urbanist"/>
                <a:ea typeface="Urbanist"/>
                <a:cs typeface="Urbanist"/>
                <a:sym typeface="Urbanist"/>
              </a:rPr>
              <a:t>структуру застосунку;</a:t>
            </a:r>
            <a:endParaRPr sz="1600">
              <a:solidFill>
                <a:schemeClr val="lt1"/>
              </a:solidFill>
              <a:latin typeface="Urbanist"/>
              <a:ea typeface="Urbanist"/>
              <a:cs typeface="Urbanist"/>
              <a:sym typeface="Urbanist"/>
            </a:endParaRPr>
          </a:p>
          <a:p>
            <a:pPr indent="0" lvl="0" marL="914400" rtl="0" algn="l">
              <a:spcBef>
                <a:spcPts val="0"/>
              </a:spcBef>
              <a:spcAft>
                <a:spcPts val="0"/>
              </a:spcAft>
              <a:buNone/>
            </a:pPr>
            <a:r>
              <a:t/>
            </a:r>
            <a:endParaRPr sz="1600">
              <a:solidFill>
                <a:schemeClr val="lt1"/>
              </a:solidFill>
              <a:latin typeface="Urbanist"/>
              <a:ea typeface="Urbanist"/>
              <a:cs typeface="Urbanist"/>
              <a:sym typeface="Urbanist"/>
            </a:endParaRPr>
          </a:p>
          <a:p>
            <a:pPr indent="-330200" lvl="0" marL="457200" rtl="0" algn="l">
              <a:spcBef>
                <a:spcPts val="0"/>
              </a:spcBef>
              <a:spcAft>
                <a:spcPts val="0"/>
              </a:spcAft>
              <a:buClr>
                <a:schemeClr val="lt1"/>
              </a:buClr>
              <a:buSzPts val="1600"/>
              <a:buFont typeface="Urbanist"/>
              <a:buChar char="●"/>
            </a:pPr>
            <a:r>
              <a:rPr lang="en" sz="1600">
                <a:solidFill>
                  <a:schemeClr val="lt1"/>
                </a:solidFill>
                <a:latin typeface="Urbanist"/>
                <a:ea typeface="Urbanist"/>
                <a:cs typeface="Urbanist"/>
                <a:sym typeface="Urbanist"/>
              </a:rPr>
              <a:t>спосіб комунікації між його компонентами;</a:t>
            </a:r>
            <a:endParaRPr sz="1600">
              <a:solidFill>
                <a:schemeClr val="lt1"/>
              </a:solidFill>
              <a:latin typeface="Urbanist"/>
              <a:ea typeface="Urbanist"/>
              <a:cs typeface="Urbanist"/>
              <a:sym typeface="Urbanist"/>
            </a:endParaRPr>
          </a:p>
          <a:p>
            <a:pPr indent="0" lvl="0" marL="914400" rtl="0" algn="l">
              <a:spcBef>
                <a:spcPts val="0"/>
              </a:spcBef>
              <a:spcAft>
                <a:spcPts val="0"/>
              </a:spcAft>
              <a:buNone/>
            </a:pPr>
            <a:r>
              <a:t/>
            </a:r>
            <a:endParaRPr sz="1600">
              <a:solidFill>
                <a:schemeClr val="lt1"/>
              </a:solidFill>
              <a:latin typeface="Urbanist"/>
              <a:ea typeface="Urbanist"/>
              <a:cs typeface="Urbanist"/>
              <a:sym typeface="Urbanist"/>
            </a:endParaRPr>
          </a:p>
          <a:p>
            <a:pPr indent="-330200" lvl="0" marL="457200" rtl="0" algn="l">
              <a:spcBef>
                <a:spcPts val="0"/>
              </a:spcBef>
              <a:spcAft>
                <a:spcPts val="0"/>
              </a:spcAft>
              <a:buClr>
                <a:schemeClr val="lt1"/>
              </a:buClr>
              <a:buSzPts val="1600"/>
              <a:buFont typeface="Urbanist"/>
              <a:buChar char="●"/>
            </a:pPr>
            <a:r>
              <a:rPr lang="en" sz="1600">
                <a:solidFill>
                  <a:schemeClr val="lt1"/>
                </a:solidFill>
                <a:latin typeface="Urbanist"/>
                <a:ea typeface="Urbanist"/>
                <a:cs typeface="Urbanist"/>
                <a:sym typeface="Urbanist"/>
              </a:rPr>
              <a:t>гнучкість змін і розширень;</a:t>
            </a:r>
            <a:endParaRPr sz="1600">
              <a:solidFill>
                <a:schemeClr val="lt1"/>
              </a:solidFill>
              <a:latin typeface="Urbanist"/>
              <a:ea typeface="Urbanist"/>
              <a:cs typeface="Urbanist"/>
              <a:sym typeface="Urbanist"/>
            </a:endParaRPr>
          </a:p>
          <a:p>
            <a:pPr indent="0" lvl="0" marL="914400" rtl="0" algn="l">
              <a:spcBef>
                <a:spcPts val="0"/>
              </a:spcBef>
              <a:spcAft>
                <a:spcPts val="0"/>
              </a:spcAft>
              <a:buNone/>
            </a:pPr>
            <a:r>
              <a:t/>
            </a:r>
            <a:endParaRPr sz="1600">
              <a:solidFill>
                <a:schemeClr val="lt1"/>
              </a:solidFill>
              <a:latin typeface="Urbanist"/>
              <a:ea typeface="Urbanist"/>
              <a:cs typeface="Urbanist"/>
              <a:sym typeface="Urbanist"/>
            </a:endParaRPr>
          </a:p>
          <a:p>
            <a:pPr indent="-330200" lvl="0" marL="457200" rtl="0" algn="l">
              <a:spcBef>
                <a:spcPts val="0"/>
              </a:spcBef>
              <a:spcAft>
                <a:spcPts val="0"/>
              </a:spcAft>
              <a:buClr>
                <a:schemeClr val="lt1"/>
              </a:buClr>
              <a:buSzPts val="1600"/>
              <a:buFont typeface="Urbanist"/>
              <a:buChar char="●"/>
            </a:pPr>
            <a:r>
              <a:rPr lang="en" sz="1600">
                <a:solidFill>
                  <a:schemeClr val="lt1"/>
                </a:solidFill>
                <a:latin typeface="Urbanist"/>
                <a:ea typeface="Urbanist"/>
                <a:cs typeface="Urbanist"/>
                <a:sym typeface="Urbanist"/>
              </a:rPr>
              <a:t>стабільність та ефективність під час росту системи.</a:t>
            </a:r>
            <a:endParaRPr sz="1600">
              <a:solidFill>
                <a:schemeClr val="lt1"/>
              </a:solidFill>
              <a:latin typeface="Urbanist"/>
              <a:ea typeface="Urbanist"/>
              <a:cs typeface="Urbanist"/>
              <a:sym typeface="Urbanis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68"/>
          <p:cNvSpPr txBox="1"/>
          <p:nvPr>
            <p:ph idx="1" type="subTitle"/>
          </p:nvPr>
        </p:nvSpPr>
        <p:spPr>
          <a:xfrm>
            <a:off x="284700" y="207425"/>
            <a:ext cx="7087500" cy="657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b="1" lang="en" sz="1900">
                <a:latin typeface="Urbanist"/>
                <a:ea typeface="Urbanist"/>
                <a:cs typeface="Urbanist"/>
                <a:sym typeface="Urbanist"/>
              </a:rPr>
              <a:t>Шарова (layered) архітектура</a:t>
            </a:r>
            <a:endParaRPr sz="1900"/>
          </a:p>
        </p:txBody>
      </p:sp>
      <p:sp>
        <p:nvSpPr>
          <p:cNvPr id="630" name="Google Shape;630;p68"/>
          <p:cNvSpPr txBox="1"/>
          <p:nvPr/>
        </p:nvSpPr>
        <p:spPr>
          <a:xfrm>
            <a:off x="0" y="942050"/>
            <a:ext cx="4935900" cy="41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Urbanist"/>
                <a:ea typeface="Urbanist"/>
                <a:cs typeface="Urbanist"/>
                <a:sym typeface="Urbanist"/>
              </a:rPr>
              <a:t>Ідея:</a:t>
            </a:r>
            <a:r>
              <a:rPr lang="en" sz="1600">
                <a:solidFill>
                  <a:schemeClr val="lt1"/>
                </a:solidFill>
                <a:latin typeface="Urbanist"/>
                <a:ea typeface="Urbanist"/>
                <a:cs typeface="Urbanist"/>
                <a:sym typeface="Urbanist"/>
              </a:rPr>
              <a:t> система ділиться на логічні шари, наприклад:</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t/>
            </a:r>
            <a:endParaRPr sz="1600">
              <a:solidFill>
                <a:schemeClr val="lt1"/>
              </a:solidFill>
              <a:latin typeface="Urbanist"/>
              <a:ea typeface="Urbanist"/>
              <a:cs typeface="Urbanist"/>
              <a:sym typeface="Urbanist"/>
            </a:endParaRPr>
          </a:p>
          <a:p>
            <a:pPr indent="-330200" lvl="0" marL="457200" rtl="0" algn="l">
              <a:spcBef>
                <a:spcPts val="0"/>
              </a:spcBef>
              <a:spcAft>
                <a:spcPts val="0"/>
              </a:spcAft>
              <a:buClr>
                <a:schemeClr val="lt1"/>
              </a:buClr>
              <a:buSzPts val="1600"/>
              <a:buFont typeface="Urbanist"/>
              <a:buChar char="-"/>
            </a:pPr>
            <a:r>
              <a:rPr lang="en" sz="1600">
                <a:solidFill>
                  <a:schemeClr val="lt1"/>
                </a:solidFill>
                <a:latin typeface="Urbanist"/>
                <a:ea typeface="Urbanist"/>
                <a:cs typeface="Urbanist"/>
                <a:sym typeface="Urbanist"/>
              </a:rPr>
              <a:t>Presentation (UI)</a:t>
            </a:r>
            <a:endParaRPr sz="1600">
              <a:solidFill>
                <a:schemeClr val="lt1"/>
              </a:solidFill>
              <a:latin typeface="Urbanist"/>
              <a:ea typeface="Urbanist"/>
              <a:cs typeface="Urbanist"/>
              <a:sym typeface="Urbanist"/>
            </a:endParaRPr>
          </a:p>
          <a:p>
            <a:pPr indent="-330200" lvl="0" marL="457200" rtl="0" algn="l">
              <a:spcBef>
                <a:spcPts val="0"/>
              </a:spcBef>
              <a:spcAft>
                <a:spcPts val="0"/>
              </a:spcAft>
              <a:buClr>
                <a:schemeClr val="lt1"/>
              </a:buClr>
              <a:buSzPts val="1600"/>
              <a:buFont typeface="Urbanist"/>
              <a:buChar char="-"/>
            </a:pPr>
            <a:r>
              <a:rPr lang="en" sz="1600">
                <a:solidFill>
                  <a:schemeClr val="lt1"/>
                </a:solidFill>
                <a:latin typeface="Urbanist"/>
                <a:ea typeface="Urbanist"/>
                <a:cs typeface="Urbanist"/>
                <a:sym typeface="Urbanist"/>
              </a:rPr>
              <a:t>Application (бізнес-логіка)</a:t>
            </a:r>
            <a:endParaRPr sz="1600">
              <a:solidFill>
                <a:schemeClr val="lt1"/>
              </a:solidFill>
              <a:latin typeface="Urbanist"/>
              <a:ea typeface="Urbanist"/>
              <a:cs typeface="Urbanist"/>
              <a:sym typeface="Urbanist"/>
            </a:endParaRPr>
          </a:p>
          <a:p>
            <a:pPr indent="-330200" lvl="0" marL="457200" rtl="0" algn="l">
              <a:spcBef>
                <a:spcPts val="0"/>
              </a:spcBef>
              <a:spcAft>
                <a:spcPts val="0"/>
              </a:spcAft>
              <a:buClr>
                <a:schemeClr val="lt1"/>
              </a:buClr>
              <a:buSzPts val="1600"/>
              <a:buFont typeface="Urbanist"/>
              <a:buChar char="-"/>
            </a:pPr>
            <a:r>
              <a:rPr lang="en" sz="1600">
                <a:solidFill>
                  <a:schemeClr val="lt1"/>
                </a:solidFill>
                <a:latin typeface="Urbanist"/>
                <a:ea typeface="Urbanist"/>
                <a:cs typeface="Urbanist"/>
                <a:sym typeface="Urbanist"/>
              </a:rPr>
              <a:t>Data Access</a:t>
            </a:r>
            <a:endParaRPr sz="1600">
              <a:solidFill>
                <a:schemeClr val="lt1"/>
              </a:solidFill>
              <a:latin typeface="Urbanist"/>
              <a:ea typeface="Urbanist"/>
              <a:cs typeface="Urbanist"/>
              <a:sym typeface="Urbanist"/>
            </a:endParaRPr>
          </a:p>
          <a:p>
            <a:pPr indent="-330200" lvl="0" marL="457200" rtl="0" algn="l">
              <a:spcBef>
                <a:spcPts val="0"/>
              </a:spcBef>
              <a:spcAft>
                <a:spcPts val="0"/>
              </a:spcAft>
              <a:buClr>
                <a:schemeClr val="lt1"/>
              </a:buClr>
              <a:buSzPts val="1600"/>
              <a:buFont typeface="Urbanist"/>
              <a:buChar char="-"/>
            </a:pPr>
            <a:r>
              <a:rPr lang="en" sz="1600">
                <a:solidFill>
                  <a:schemeClr val="lt1"/>
                </a:solidFill>
                <a:latin typeface="Urbanist"/>
                <a:ea typeface="Urbanist"/>
                <a:cs typeface="Urbanist"/>
                <a:sym typeface="Urbanist"/>
              </a:rPr>
              <a:t>Database</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Плюси</a:t>
            </a:r>
            <a:r>
              <a:rPr lang="en" sz="1600">
                <a:solidFill>
                  <a:schemeClr val="lt1"/>
                </a:solidFill>
                <a:latin typeface="Urbanist"/>
                <a:ea typeface="Urbanist"/>
                <a:cs typeface="Urbanist"/>
                <a:sym typeface="Urbanist"/>
              </a:rPr>
              <a:t>: проста, зрозуміла, підходить для невеликих систем.</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Мінуси</a:t>
            </a:r>
            <a:r>
              <a:rPr lang="en" sz="1600">
                <a:solidFill>
                  <a:schemeClr val="lt1"/>
                </a:solidFill>
                <a:latin typeface="Urbanist"/>
                <a:ea typeface="Urbanist"/>
                <a:cs typeface="Urbanist"/>
                <a:sym typeface="Urbanist"/>
              </a:rPr>
              <a:t>: слабка масштабованість, важко змінювати окремі шари незалежно.</a:t>
            </a:r>
            <a:endParaRPr sz="1600">
              <a:solidFill>
                <a:schemeClr val="lt1"/>
              </a:solidFill>
              <a:latin typeface="Urbanist"/>
              <a:ea typeface="Urbanist"/>
              <a:cs typeface="Urbanist"/>
              <a:sym typeface="Urbanist"/>
            </a:endParaRPr>
          </a:p>
        </p:txBody>
      </p:sp>
      <p:pic>
        <p:nvPicPr>
          <p:cNvPr id="631" name="Google Shape;631;p68"/>
          <p:cNvPicPr preferRelativeResize="0"/>
          <p:nvPr/>
        </p:nvPicPr>
        <p:blipFill>
          <a:blip r:embed="rId3">
            <a:alphaModFix/>
          </a:blip>
          <a:stretch>
            <a:fillRect/>
          </a:stretch>
        </p:blipFill>
        <p:spPr>
          <a:xfrm>
            <a:off x="4867375" y="527600"/>
            <a:ext cx="4276625" cy="3236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69"/>
          <p:cNvSpPr txBox="1"/>
          <p:nvPr>
            <p:ph idx="1" type="subTitle"/>
          </p:nvPr>
        </p:nvSpPr>
        <p:spPr>
          <a:xfrm>
            <a:off x="284700" y="207425"/>
            <a:ext cx="7087500" cy="657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b="1" lang="en" sz="1900">
                <a:latin typeface="Urbanist"/>
                <a:ea typeface="Urbanist"/>
                <a:cs typeface="Urbanist"/>
                <a:sym typeface="Urbanist"/>
              </a:rPr>
              <a:t>Моноліт</a:t>
            </a:r>
            <a:endParaRPr sz="1900"/>
          </a:p>
        </p:txBody>
      </p:sp>
      <p:sp>
        <p:nvSpPr>
          <p:cNvPr id="637" name="Google Shape;637;p69"/>
          <p:cNvSpPr txBox="1"/>
          <p:nvPr/>
        </p:nvSpPr>
        <p:spPr>
          <a:xfrm>
            <a:off x="0" y="942050"/>
            <a:ext cx="4935900" cy="41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Urbanist"/>
                <a:ea typeface="Urbanist"/>
                <a:cs typeface="Urbanist"/>
                <a:sym typeface="Urbanist"/>
              </a:rPr>
              <a:t>Ідея: </a:t>
            </a:r>
            <a:r>
              <a:rPr lang="en" sz="1600">
                <a:solidFill>
                  <a:schemeClr val="lt1"/>
                </a:solidFill>
                <a:latin typeface="Urbanist"/>
                <a:ea typeface="Urbanist"/>
                <a:cs typeface="Urbanist"/>
                <a:sym typeface="Urbanist"/>
              </a:rPr>
              <a:t>усе ПЗ — один великий застосунок, усі модулі розгортаються разом.</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Плюси: </a:t>
            </a:r>
            <a:r>
              <a:rPr lang="en" sz="1600">
                <a:solidFill>
                  <a:schemeClr val="lt1"/>
                </a:solidFill>
                <a:latin typeface="Urbanist"/>
                <a:ea typeface="Urbanist"/>
                <a:cs typeface="Urbanist"/>
                <a:sym typeface="Urbanist"/>
              </a:rPr>
              <a:t>простота розробки, швидкий старт.</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Мінуси: </a:t>
            </a:r>
            <a:r>
              <a:rPr lang="en" sz="1600">
                <a:solidFill>
                  <a:schemeClr val="lt1"/>
                </a:solidFill>
                <a:latin typeface="Urbanist"/>
                <a:ea typeface="Urbanist"/>
                <a:cs typeface="Urbanist"/>
                <a:sym typeface="Urbanist"/>
              </a:rPr>
              <a:t>важко масштабувати, розгортати частинами, довгий CI/CD цикл.</a:t>
            </a:r>
            <a:endParaRPr sz="1600">
              <a:solidFill>
                <a:schemeClr val="lt1"/>
              </a:solidFill>
              <a:latin typeface="Urbanist"/>
              <a:ea typeface="Urbanist"/>
              <a:cs typeface="Urbanist"/>
              <a:sym typeface="Urbanist"/>
            </a:endParaRPr>
          </a:p>
        </p:txBody>
      </p:sp>
      <p:pic>
        <p:nvPicPr>
          <p:cNvPr id="638" name="Google Shape;638;p69"/>
          <p:cNvPicPr preferRelativeResize="0"/>
          <p:nvPr/>
        </p:nvPicPr>
        <p:blipFill rotWithShape="1">
          <a:blip r:embed="rId3">
            <a:alphaModFix/>
          </a:blip>
          <a:srcRect b="12556" l="0" r="3390" t="0"/>
          <a:stretch/>
        </p:blipFill>
        <p:spPr>
          <a:xfrm>
            <a:off x="4810275" y="1462450"/>
            <a:ext cx="4333724" cy="1963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70"/>
          <p:cNvSpPr txBox="1"/>
          <p:nvPr>
            <p:ph idx="1" type="subTitle"/>
          </p:nvPr>
        </p:nvSpPr>
        <p:spPr>
          <a:xfrm>
            <a:off x="284700" y="207425"/>
            <a:ext cx="7087500" cy="657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b="1" lang="en" sz="1900">
                <a:latin typeface="Urbanist"/>
                <a:ea typeface="Urbanist"/>
                <a:cs typeface="Urbanist"/>
                <a:sym typeface="Urbanist"/>
              </a:rPr>
              <a:t>Сервісно-орієнтована архітектура (SOA)</a:t>
            </a:r>
            <a:endParaRPr sz="1900"/>
          </a:p>
        </p:txBody>
      </p:sp>
      <p:sp>
        <p:nvSpPr>
          <p:cNvPr id="644" name="Google Shape;644;p70"/>
          <p:cNvSpPr txBox="1"/>
          <p:nvPr/>
        </p:nvSpPr>
        <p:spPr>
          <a:xfrm>
            <a:off x="284700" y="925450"/>
            <a:ext cx="4935900" cy="41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Urbanist"/>
                <a:ea typeface="Urbanist"/>
                <a:cs typeface="Urbanist"/>
                <a:sym typeface="Urbanist"/>
              </a:rPr>
              <a:t>П</a:t>
            </a:r>
            <a:r>
              <a:rPr lang="en" sz="1600">
                <a:solidFill>
                  <a:schemeClr val="lt1"/>
                </a:solidFill>
                <a:latin typeface="Urbanist"/>
                <a:ea typeface="Urbanist"/>
                <a:cs typeface="Urbanist"/>
                <a:sym typeface="Urbanist"/>
              </a:rPr>
              <a:t>опередник мікросервісів.</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Ідея: </a:t>
            </a:r>
            <a:r>
              <a:rPr lang="en" sz="1600">
                <a:solidFill>
                  <a:schemeClr val="lt1"/>
                </a:solidFill>
                <a:latin typeface="Urbanist"/>
                <a:ea typeface="Urbanist"/>
                <a:cs typeface="Urbanist"/>
                <a:sym typeface="Urbanist"/>
              </a:rPr>
              <a:t>сервіси обмінюються повідомленнями через “Enterprise Service Bus (ESB)”.</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Плюси:</a:t>
            </a:r>
            <a:r>
              <a:rPr lang="en" sz="1600">
                <a:solidFill>
                  <a:schemeClr val="lt1"/>
                </a:solidFill>
                <a:latin typeface="Urbanist"/>
                <a:ea typeface="Urbanist"/>
                <a:cs typeface="Urbanist"/>
                <a:sym typeface="Urbanist"/>
              </a:rPr>
              <a:t> централізований контроль комунікацій.</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Мінуси: </a:t>
            </a:r>
            <a:r>
              <a:rPr lang="en" sz="1600">
                <a:solidFill>
                  <a:schemeClr val="lt1"/>
                </a:solidFill>
                <a:latin typeface="Urbanist"/>
                <a:ea typeface="Urbanist"/>
                <a:cs typeface="Urbanist"/>
                <a:sym typeface="Urbanist"/>
              </a:rPr>
              <a:t>складна, важка інтеграція, слабша ізоляція сервісів ніж у мікросервісів.</a:t>
            </a:r>
            <a:endParaRPr sz="1600">
              <a:solidFill>
                <a:schemeClr val="lt1"/>
              </a:solidFill>
              <a:latin typeface="Urbanist"/>
              <a:ea typeface="Urbanist"/>
              <a:cs typeface="Urbanist"/>
              <a:sym typeface="Urbani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71"/>
          <p:cNvSpPr txBox="1"/>
          <p:nvPr>
            <p:ph idx="1" type="subTitle"/>
          </p:nvPr>
        </p:nvSpPr>
        <p:spPr>
          <a:xfrm>
            <a:off x="284700" y="207425"/>
            <a:ext cx="7087500" cy="657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b="1" lang="en" sz="1900">
                <a:latin typeface="Urbanist"/>
                <a:ea typeface="Urbanist"/>
                <a:cs typeface="Urbanist"/>
                <a:sym typeface="Urbanist"/>
              </a:rPr>
              <a:t>Мікросервісна </a:t>
            </a:r>
            <a:r>
              <a:rPr b="1" lang="en" sz="1900">
                <a:latin typeface="Urbanist"/>
                <a:ea typeface="Urbanist"/>
                <a:cs typeface="Urbanist"/>
                <a:sym typeface="Urbanist"/>
              </a:rPr>
              <a:t>архітектура</a:t>
            </a:r>
            <a:endParaRPr sz="1900"/>
          </a:p>
        </p:txBody>
      </p:sp>
      <p:sp>
        <p:nvSpPr>
          <p:cNvPr id="650" name="Google Shape;650;p71"/>
          <p:cNvSpPr txBox="1"/>
          <p:nvPr/>
        </p:nvSpPr>
        <p:spPr>
          <a:xfrm>
            <a:off x="284700" y="925450"/>
            <a:ext cx="4935900" cy="41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Urbanist"/>
                <a:ea typeface="Urbanist"/>
                <a:cs typeface="Urbanist"/>
                <a:sym typeface="Urbanist"/>
              </a:rPr>
              <a:t>Ідея: </a:t>
            </a:r>
            <a:r>
              <a:rPr lang="en" sz="1600">
                <a:solidFill>
                  <a:schemeClr val="lt1"/>
                </a:solidFill>
                <a:latin typeface="Urbanist"/>
                <a:ea typeface="Urbanist"/>
                <a:cs typeface="Urbanist"/>
                <a:sym typeface="Urbanist"/>
              </a:rPr>
              <a:t>система розбивається на набір невеликих незалежних сервісів, кожен відповідає за окрему функцію.</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Комунікація: </a:t>
            </a:r>
            <a:r>
              <a:rPr lang="en" sz="1600">
                <a:solidFill>
                  <a:schemeClr val="lt1"/>
                </a:solidFill>
                <a:latin typeface="Urbanist"/>
                <a:ea typeface="Urbanist"/>
                <a:cs typeface="Urbanist"/>
                <a:sym typeface="Urbanist"/>
              </a:rPr>
              <a:t>зазвичай через HTTP/gRPC, події або черги.</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Плюси: </a:t>
            </a:r>
            <a:r>
              <a:rPr lang="en" sz="1600">
                <a:solidFill>
                  <a:schemeClr val="lt1"/>
                </a:solidFill>
                <a:latin typeface="Urbanist"/>
                <a:ea typeface="Urbanist"/>
                <a:cs typeface="Urbanist"/>
                <a:sym typeface="Urbanist"/>
              </a:rPr>
              <a:t>гнучкість, незалежні деплои, масштабування окремих частин.</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Мінуси: </a:t>
            </a:r>
            <a:r>
              <a:rPr lang="en" sz="1600">
                <a:solidFill>
                  <a:schemeClr val="lt1"/>
                </a:solidFill>
                <a:latin typeface="Urbanist"/>
                <a:ea typeface="Urbanist"/>
                <a:cs typeface="Urbanist"/>
                <a:sym typeface="Urbanist"/>
              </a:rPr>
              <a:t>складна оркестрація, потребує DevOps-інфраструктури, моніторингу.</a:t>
            </a:r>
            <a:endParaRPr sz="1600">
              <a:solidFill>
                <a:schemeClr val="lt1"/>
              </a:solidFill>
              <a:latin typeface="Urbanist"/>
              <a:ea typeface="Urbanist"/>
              <a:cs typeface="Urbanist"/>
              <a:sym typeface="Urbanis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pic>
        <p:nvPicPr>
          <p:cNvPr id="655" name="Google Shape;655;p72"/>
          <p:cNvPicPr preferRelativeResize="0"/>
          <p:nvPr/>
        </p:nvPicPr>
        <p:blipFill rotWithShape="1">
          <a:blip r:embed="rId3">
            <a:alphaModFix/>
          </a:blip>
          <a:srcRect b="0" l="0" r="0" t="5562"/>
          <a:stretch/>
        </p:blipFill>
        <p:spPr>
          <a:xfrm>
            <a:off x="0" y="0"/>
            <a:ext cx="9144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73"/>
          <p:cNvSpPr txBox="1"/>
          <p:nvPr>
            <p:ph idx="1" type="subTitle"/>
          </p:nvPr>
        </p:nvSpPr>
        <p:spPr>
          <a:xfrm>
            <a:off x="284700" y="207425"/>
            <a:ext cx="7087500" cy="657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b="1" lang="en" sz="1900">
                <a:latin typeface="Urbanist"/>
                <a:ea typeface="Urbanist"/>
                <a:cs typeface="Urbanist"/>
                <a:sym typeface="Urbanist"/>
              </a:rPr>
              <a:t>Serverless архітектура</a:t>
            </a:r>
            <a:endParaRPr sz="1900"/>
          </a:p>
        </p:txBody>
      </p:sp>
      <p:sp>
        <p:nvSpPr>
          <p:cNvPr id="661" name="Google Shape;661;p73"/>
          <p:cNvSpPr txBox="1"/>
          <p:nvPr/>
        </p:nvSpPr>
        <p:spPr>
          <a:xfrm>
            <a:off x="284700" y="925450"/>
            <a:ext cx="3994500" cy="41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Ідея: </a:t>
            </a:r>
            <a:r>
              <a:rPr lang="en" sz="1600">
                <a:solidFill>
                  <a:schemeClr val="lt1"/>
                </a:solidFill>
                <a:latin typeface="Urbanist"/>
                <a:ea typeface="Urbanist"/>
                <a:cs typeface="Urbanist"/>
                <a:sym typeface="Urbanist"/>
              </a:rPr>
              <a:t>логіка у вигляді функцій (AWS Lambda, GCP Functions), які виконуються у відповідь на події.</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Плюси: </a:t>
            </a:r>
            <a:r>
              <a:rPr lang="en" sz="1600">
                <a:solidFill>
                  <a:schemeClr val="lt1"/>
                </a:solidFill>
                <a:latin typeface="Urbanist"/>
                <a:ea typeface="Urbanist"/>
                <a:cs typeface="Urbanist"/>
                <a:sym typeface="Urbanist"/>
              </a:rPr>
              <a:t>не треба керувати серверами, автоматичне масштабування.</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Мінуси: </a:t>
            </a:r>
            <a:r>
              <a:rPr lang="en" sz="1600">
                <a:solidFill>
                  <a:schemeClr val="lt1"/>
                </a:solidFill>
                <a:latin typeface="Urbanist"/>
                <a:ea typeface="Urbanist"/>
                <a:cs typeface="Urbanist"/>
                <a:sym typeface="Urbanist"/>
              </a:rPr>
              <a:t>cold starts, vendor lock-in, обмеження тривалості виконання.</a:t>
            </a:r>
            <a:endParaRPr sz="1600">
              <a:solidFill>
                <a:schemeClr val="lt1"/>
              </a:solidFill>
              <a:latin typeface="Urbanist"/>
              <a:ea typeface="Urbanist"/>
              <a:cs typeface="Urbanist"/>
              <a:sym typeface="Urbanist"/>
            </a:endParaRPr>
          </a:p>
        </p:txBody>
      </p:sp>
      <p:pic>
        <p:nvPicPr>
          <p:cNvPr id="662" name="Google Shape;662;p73"/>
          <p:cNvPicPr preferRelativeResize="0"/>
          <p:nvPr/>
        </p:nvPicPr>
        <p:blipFill>
          <a:blip r:embed="rId3">
            <a:alphaModFix/>
          </a:blip>
          <a:stretch>
            <a:fillRect/>
          </a:stretch>
        </p:blipFill>
        <p:spPr>
          <a:xfrm>
            <a:off x="4665825" y="864425"/>
            <a:ext cx="4478175" cy="295652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74"/>
          <p:cNvSpPr txBox="1"/>
          <p:nvPr>
            <p:ph idx="1" type="subTitle"/>
          </p:nvPr>
        </p:nvSpPr>
        <p:spPr>
          <a:xfrm>
            <a:off x="284700" y="207425"/>
            <a:ext cx="7087500" cy="657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b="1" lang="en" sz="1900">
                <a:latin typeface="Urbanist"/>
                <a:ea typeface="Urbanist"/>
                <a:cs typeface="Urbanist"/>
                <a:sym typeface="Urbanist"/>
              </a:rPr>
              <a:t>Event-Driven Architecture (EDA)</a:t>
            </a:r>
            <a:endParaRPr sz="1900"/>
          </a:p>
        </p:txBody>
      </p:sp>
      <p:sp>
        <p:nvSpPr>
          <p:cNvPr id="668" name="Google Shape;668;p74"/>
          <p:cNvSpPr txBox="1"/>
          <p:nvPr/>
        </p:nvSpPr>
        <p:spPr>
          <a:xfrm>
            <a:off x="284700" y="925450"/>
            <a:ext cx="4935900" cy="41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Ідея: </a:t>
            </a:r>
            <a:r>
              <a:rPr lang="en" sz="1600">
                <a:solidFill>
                  <a:schemeClr val="lt1"/>
                </a:solidFill>
                <a:latin typeface="Urbanist"/>
                <a:ea typeface="Urbanist"/>
                <a:cs typeface="Urbanist"/>
                <a:sym typeface="Urbanist"/>
              </a:rPr>
              <a:t>сервіси реагують на події (“events”) і взаємодіють асинхронно через брокери (Kafka, RabbitMQ, NATS)</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lang="en" sz="1600">
                <a:solidFill>
                  <a:schemeClr val="lt1"/>
                </a:solidFill>
                <a:latin typeface="Urbanist"/>
                <a:ea typeface="Urbanist"/>
                <a:cs typeface="Urbanist"/>
                <a:sym typeface="Urbanist"/>
              </a:rPr>
              <a:t>.</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Плюси: </a:t>
            </a:r>
            <a:r>
              <a:rPr lang="en" sz="1600">
                <a:solidFill>
                  <a:schemeClr val="lt1"/>
                </a:solidFill>
                <a:latin typeface="Urbanist"/>
                <a:ea typeface="Urbanist"/>
                <a:cs typeface="Urbanist"/>
                <a:sym typeface="Urbanist"/>
              </a:rPr>
              <a:t>слабке зв’язування, масштабованість, реактивність.</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Мінуси: </a:t>
            </a:r>
            <a:r>
              <a:rPr lang="en" sz="1600">
                <a:solidFill>
                  <a:schemeClr val="lt1"/>
                </a:solidFill>
                <a:latin typeface="Urbanist"/>
                <a:ea typeface="Urbanist"/>
                <a:cs typeface="Urbanist"/>
                <a:sym typeface="Urbanist"/>
              </a:rPr>
              <a:t>важче дебажити, гарантії доставки, складні потоки подій.</a:t>
            </a:r>
            <a:endParaRPr sz="1600">
              <a:solidFill>
                <a:schemeClr val="lt1"/>
              </a:solidFill>
              <a:latin typeface="Urbanist"/>
              <a:ea typeface="Urbanist"/>
              <a:cs typeface="Urbanist"/>
              <a:sym typeface="Urbanis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75"/>
          <p:cNvSpPr txBox="1"/>
          <p:nvPr>
            <p:ph idx="1" type="subTitle"/>
          </p:nvPr>
        </p:nvSpPr>
        <p:spPr>
          <a:xfrm>
            <a:off x="284700" y="474750"/>
            <a:ext cx="5895000" cy="27837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2000"/>
              <a:t>Черги повідомлень забезпечують асинхронний зв'язок між компонентами системи, відокремлюючи відправників від одержувачів.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Це покращує масштабованість, відмовостійкість та балансування навантаження.</a:t>
            </a:r>
            <a:endParaRPr sz="2000"/>
          </a:p>
        </p:txBody>
      </p:sp>
      <p:pic>
        <p:nvPicPr>
          <p:cNvPr id="674" name="Google Shape;674;p75"/>
          <p:cNvPicPr preferRelativeResize="0"/>
          <p:nvPr/>
        </p:nvPicPr>
        <p:blipFill>
          <a:blip r:embed="rId3">
            <a:alphaModFix/>
          </a:blip>
          <a:stretch>
            <a:fillRect/>
          </a:stretch>
        </p:blipFill>
        <p:spPr>
          <a:xfrm>
            <a:off x="3670000" y="3083700"/>
            <a:ext cx="4931628" cy="1855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76"/>
          <p:cNvSpPr txBox="1"/>
          <p:nvPr>
            <p:ph idx="1" type="subTitle"/>
          </p:nvPr>
        </p:nvSpPr>
        <p:spPr>
          <a:xfrm>
            <a:off x="284700" y="207425"/>
            <a:ext cx="6474000" cy="3051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b="1" lang="en" sz="1900">
                <a:latin typeface="Urbanist"/>
                <a:ea typeface="Urbanist"/>
                <a:cs typeface="Urbanist"/>
                <a:sym typeface="Urbanist"/>
              </a:rPr>
              <a:t>Черга</a:t>
            </a:r>
            <a:r>
              <a:rPr lang="en" sz="1900"/>
              <a:t> — це ряд об’єктів, що очікують на обробку. </a:t>
            </a:r>
            <a:r>
              <a:rPr b="1" lang="en" sz="1900">
                <a:latin typeface="Urbanist"/>
                <a:ea typeface="Urbanist"/>
                <a:cs typeface="Urbanist"/>
                <a:sym typeface="Urbanist"/>
              </a:rPr>
              <a:t>Черга повідомлень </a:t>
            </a:r>
            <a:r>
              <a:rPr lang="en" sz="1900"/>
              <a:t>— це черга повідомлень, що надсилаються між програмами. </a:t>
            </a:r>
            <a:endParaRPr sz="1900"/>
          </a:p>
          <a:p>
            <a:pPr indent="0" lvl="0" marL="0" rtl="0" algn="l">
              <a:spcBef>
                <a:spcPts val="0"/>
              </a:spcBef>
              <a:spcAft>
                <a:spcPts val="0"/>
              </a:spcAft>
              <a:buNone/>
            </a:pPr>
            <a:r>
              <a:rPr b="1" lang="en" sz="1900">
                <a:latin typeface="Urbanist"/>
                <a:ea typeface="Urbanist"/>
                <a:cs typeface="Urbanist"/>
                <a:sym typeface="Urbanist"/>
              </a:rPr>
              <a:t>Повідомлення</a:t>
            </a:r>
            <a:r>
              <a:rPr lang="en" sz="1900"/>
              <a:t> — це дані, що передаються між програмою-відправником та програмою-отримувачем.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 sz="1900"/>
              <a:t>Producer створює повідомлення та доставляє їх до черги.</a:t>
            </a:r>
            <a:endParaRPr sz="1900"/>
          </a:p>
          <a:p>
            <a:pPr indent="0" lvl="0" marL="0" rtl="0" algn="l">
              <a:spcBef>
                <a:spcPts val="0"/>
              </a:spcBef>
              <a:spcAft>
                <a:spcPts val="0"/>
              </a:spcAft>
              <a:buNone/>
            </a:pPr>
            <a:r>
              <a:rPr lang="en" sz="1900"/>
              <a:t>Consumer підключається до черги та отримує повідомлення.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 sz="1900"/>
              <a:t>Повідомлення, розміщені в черзі, зберігаються, доки споживач не отримає їх.</a:t>
            </a:r>
            <a:endParaRPr sz="1900"/>
          </a:p>
        </p:txBody>
      </p:sp>
      <p:pic>
        <p:nvPicPr>
          <p:cNvPr id="680" name="Google Shape;680;p76"/>
          <p:cNvPicPr preferRelativeResize="0"/>
          <p:nvPr/>
        </p:nvPicPr>
        <p:blipFill>
          <a:blip r:embed="rId3">
            <a:alphaModFix/>
          </a:blip>
          <a:stretch>
            <a:fillRect/>
          </a:stretch>
        </p:blipFill>
        <p:spPr>
          <a:xfrm>
            <a:off x="3236625" y="3335250"/>
            <a:ext cx="5857875" cy="133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77"/>
          <p:cNvSpPr txBox="1"/>
          <p:nvPr>
            <p:ph idx="1" type="subTitle"/>
          </p:nvPr>
        </p:nvSpPr>
        <p:spPr>
          <a:xfrm>
            <a:off x="284700" y="207425"/>
            <a:ext cx="7087500" cy="657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b="1" lang="en" sz="1900">
                <a:latin typeface="Urbanist"/>
                <a:ea typeface="Urbanist"/>
                <a:cs typeface="Urbanist"/>
                <a:sym typeface="Urbanist"/>
              </a:rPr>
              <a:t>Проектування інтерфейсу користувача з використанням MQ</a:t>
            </a:r>
            <a:endParaRPr sz="1900"/>
          </a:p>
        </p:txBody>
      </p:sp>
      <p:sp>
        <p:nvSpPr>
          <p:cNvPr id="686" name="Google Shape;686;p77"/>
          <p:cNvSpPr txBox="1"/>
          <p:nvPr/>
        </p:nvSpPr>
        <p:spPr>
          <a:xfrm>
            <a:off x="0" y="942050"/>
            <a:ext cx="6482100" cy="41313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lt1"/>
              </a:buClr>
              <a:buSzPts val="1600"/>
              <a:buFont typeface="Urbanist"/>
              <a:buAutoNum type="arabicPeriod"/>
            </a:pPr>
            <a:r>
              <a:rPr lang="en" sz="1600">
                <a:solidFill>
                  <a:schemeClr val="lt1"/>
                </a:solidFill>
                <a:latin typeface="Urbanist"/>
                <a:ea typeface="Urbanist"/>
                <a:cs typeface="Urbanist"/>
                <a:sym typeface="Urbanist"/>
              </a:rPr>
              <a:t>майже не виконувати роботу в consumer та повідомляти користувача, що завдання буде виконано офлайн</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t/>
            </a:r>
            <a:endParaRPr sz="1600">
              <a:solidFill>
                <a:schemeClr val="lt1"/>
              </a:solidFill>
              <a:latin typeface="Urbanist"/>
              <a:ea typeface="Urbanist"/>
              <a:cs typeface="Urbanist"/>
              <a:sym typeface="Urbanist"/>
            </a:endParaRPr>
          </a:p>
          <a:p>
            <a:pPr indent="457200" lvl="0" marL="0" rtl="0" algn="l">
              <a:spcBef>
                <a:spcPts val="0"/>
              </a:spcBef>
              <a:spcAft>
                <a:spcPts val="0"/>
              </a:spcAft>
              <a:buNone/>
            </a:pPr>
            <a:r>
              <a:rPr lang="en" sz="1600">
                <a:solidFill>
                  <a:schemeClr val="lt1"/>
                </a:solidFill>
                <a:latin typeface="Urbanist"/>
                <a:ea typeface="Urbanist"/>
                <a:cs typeface="Urbanist"/>
                <a:sym typeface="Urbanist"/>
              </a:rPr>
              <a:t>або</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t/>
            </a:r>
            <a:endParaRPr sz="1600">
              <a:solidFill>
                <a:schemeClr val="lt1"/>
              </a:solidFill>
              <a:latin typeface="Urbanist"/>
              <a:ea typeface="Urbanist"/>
              <a:cs typeface="Urbanist"/>
              <a:sym typeface="Urbanist"/>
            </a:endParaRPr>
          </a:p>
          <a:p>
            <a:pPr indent="-330200" lvl="0" marL="457200" rtl="0" algn="l">
              <a:spcBef>
                <a:spcPts val="0"/>
              </a:spcBef>
              <a:spcAft>
                <a:spcPts val="0"/>
              </a:spcAft>
              <a:buClr>
                <a:schemeClr val="lt1"/>
              </a:buClr>
              <a:buSzPts val="1600"/>
              <a:buFont typeface="Urbanist"/>
              <a:buAutoNum type="arabicPeriod"/>
            </a:pPr>
            <a:r>
              <a:rPr lang="en" sz="1600">
                <a:solidFill>
                  <a:schemeClr val="lt1"/>
                </a:solidFill>
                <a:latin typeface="Urbanist"/>
                <a:ea typeface="Urbanist"/>
                <a:cs typeface="Urbanist"/>
                <a:sym typeface="Urbanist"/>
              </a:rPr>
              <a:t>виконувати достатньо роботи в режимі реального часу, щоб користувачеві здавалося, що завдання завершено, та зав’язувати невирішені питання після цього </a:t>
            </a:r>
            <a:endParaRPr sz="1600">
              <a:solidFill>
                <a:schemeClr val="lt1"/>
              </a:solidFill>
              <a:latin typeface="Urbanist"/>
              <a:ea typeface="Urbanist"/>
              <a:cs typeface="Urbanist"/>
              <a:sym typeface="Urbanis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78"/>
          <p:cNvSpPr txBox="1"/>
          <p:nvPr>
            <p:ph idx="1" type="subTitle"/>
          </p:nvPr>
        </p:nvSpPr>
        <p:spPr>
          <a:xfrm>
            <a:off x="284700" y="207425"/>
            <a:ext cx="7087500" cy="657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b="1" lang="en" sz="1900">
                <a:latin typeface="Urbanist"/>
                <a:ea typeface="Urbanist"/>
                <a:cs typeface="Urbanist"/>
                <a:sym typeface="Urbanist"/>
              </a:rPr>
              <a:t>Роль MQ в архітектурі мікросервісів</a:t>
            </a:r>
            <a:endParaRPr sz="1900"/>
          </a:p>
        </p:txBody>
      </p:sp>
      <p:sp>
        <p:nvSpPr>
          <p:cNvPr id="692" name="Google Shape;692;p78"/>
          <p:cNvSpPr txBox="1"/>
          <p:nvPr/>
        </p:nvSpPr>
        <p:spPr>
          <a:xfrm>
            <a:off x="0" y="942050"/>
            <a:ext cx="6482100" cy="41313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lt1"/>
              </a:buClr>
              <a:buSzPts val="1600"/>
              <a:buFont typeface="Urbanist"/>
              <a:buChar char="●"/>
            </a:pPr>
            <a:r>
              <a:rPr lang="en" sz="1600">
                <a:solidFill>
                  <a:schemeClr val="lt1"/>
                </a:solidFill>
                <a:latin typeface="Urbanist"/>
                <a:ea typeface="Urbanist"/>
                <a:cs typeface="Urbanist"/>
                <a:sym typeface="Urbanist"/>
              </a:rPr>
              <a:t>У мікросервісній архітектурі існують різні функціональні можливості, розділені між різними сервісами, які пропонують різні можливості.</a:t>
            </a:r>
            <a:endParaRPr sz="1600">
              <a:solidFill>
                <a:schemeClr val="lt1"/>
              </a:solidFill>
              <a:latin typeface="Urbanist"/>
              <a:ea typeface="Urbanist"/>
              <a:cs typeface="Urbanist"/>
              <a:sym typeface="Urbanist"/>
            </a:endParaRPr>
          </a:p>
          <a:p>
            <a:pPr indent="0" lvl="0" marL="457200" rtl="0" algn="l">
              <a:spcBef>
                <a:spcPts val="0"/>
              </a:spcBef>
              <a:spcAft>
                <a:spcPts val="0"/>
              </a:spcAft>
              <a:buNone/>
            </a:pPr>
            <a:r>
              <a:t/>
            </a:r>
            <a:endParaRPr sz="1600">
              <a:solidFill>
                <a:schemeClr val="lt1"/>
              </a:solidFill>
              <a:latin typeface="Urbanist"/>
              <a:ea typeface="Urbanist"/>
              <a:cs typeface="Urbanist"/>
              <a:sym typeface="Urbanist"/>
            </a:endParaRPr>
          </a:p>
          <a:p>
            <a:pPr indent="-330200" lvl="0" marL="457200" rtl="0" algn="l">
              <a:spcBef>
                <a:spcPts val="0"/>
              </a:spcBef>
              <a:spcAft>
                <a:spcPts val="0"/>
              </a:spcAft>
              <a:buClr>
                <a:schemeClr val="lt1"/>
              </a:buClr>
              <a:buSzPts val="1600"/>
              <a:buFont typeface="Urbanist"/>
              <a:buChar char="●"/>
            </a:pPr>
            <a:r>
              <a:rPr lang="en" sz="1600">
                <a:solidFill>
                  <a:schemeClr val="lt1"/>
                </a:solidFill>
                <a:latin typeface="Urbanist"/>
                <a:ea typeface="Urbanist"/>
                <a:cs typeface="Urbanist"/>
                <a:sym typeface="Urbanist"/>
              </a:rPr>
              <a:t>В мікросервісній архітектурі існують перехресні залежності, що означає, що жоден окремий сервіс не може виконувати свої функції без допомоги інших сервісів. Саме тут критично важливо мати механізм, який дозволяє сервісам підтримувати зв'язок один з одним, не блокуючи відповідями.</a:t>
            </a:r>
            <a:endParaRPr sz="1600">
              <a:solidFill>
                <a:schemeClr val="lt1"/>
              </a:solidFill>
              <a:latin typeface="Urbanist"/>
              <a:ea typeface="Urbanist"/>
              <a:cs typeface="Urbanist"/>
              <a:sym typeface="Urbanist"/>
            </a:endParaRPr>
          </a:p>
          <a:p>
            <a:pPr indent="0" lvl="0" marL="457200" rtl="0" algn="l">
              <a:spcBef>
                <a:spcPts val="0"/>
              </a:spcBef>
              <a:spcAft>
                <a:spcPts val="0"/>
              </a:spcAft>
              <a:buNone/>
            </a:pPr>
            <a:r>
              <a:t/>
            </a:r>
            <a:endParaRPr sz="1600">
              <a:solidFill>
                <a:schemeClr val="lt1"/>
              </a:solidFill>
              <a:latin typeface="Urbanist"/>
              <a:ea typeface="Urbanist"/>
              <a:cs typeface="Urbanist"/>
              <a:sym typeface="Urbanist"/>
            </a:endParaRPr>
          </a:p>
          <a:p>
            <a:pPr indent="-330200" lvl="0" marL="457200" rtl="0" algn="l">
              <a:spcBef>
                <a:spcPts val="0"/>
              </a:spcBef>
              <a:spcAft>
                <a:spcPts val="0"/>
              </a:spcAft>
              <a:buClr>
                <a:schemeClr val="lt1"/>
              </a:buClr>
              <a:buSzPts val="1600"/>
              <a:buFont typeface="Urbanist"/>
              <a:buChar char="●"/>
            </a:pPr>
            <a:r>
              <a:rPr lang="en" sz="1600">
                <a:solidFill>
                  <a:schemeClr val="lt1"/>
                </a:solidFill>
                <a:latin typeface="Urbanist"/>
                <a:ea typeface="Urbanist"/>
                <a:cs typeface="Urbanist"/>
                <a:sym typeface="Urbanist"/>
              </a:rPr>
              <a:t>Черга повідомлень виконує цю мету, надаючи сервісам засоби для асинхронного переміщення повідомлень до черги та забезпечення їх доставки до правильного місця призначення. Щоб реалізувати чергу повідомлень між сервісами, вам потрібен брокер повідомлень.</a:t>
            </a:r>
            <a:endParaRPr sz="1600">
              <a:solidFill>
                <a:schemeClr val="lt1"/>
              </a:solidFill>
              <a:latin typeface="Urbanist"/>
              <a:ea typeface="Urbanist"/>
              <a:cs typeface="Urbanist"/>
              <a:sym typeface="Urbanis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79"/>
          <p:cNvSpPr txBox="1"/>
          <p:nvPr>
            <p:ph idx="1" type="subTitle"/>
          </p:nvPr>
        </p:nvSpPr>
        <p:spPr>
          <a:xfrm>
            <a:off x="284700" y="207425"/>
            <a:ext cx="7087500" cy="657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b="1" lang="en" sz="1900">
                <a:latin typeface="Urbanist"/>
                <a:ea typeface="Urbanist"/>
                <a:cs typeface="Urbanist"/>
                <a:sym typeface="Urbanist"/>
              </a:rPr>
              <a:t>RabbitMQ</a:t>
            </a:r>
            <a:endParaRPr sz="1900"/>
          </a:p>
        </p:txBody>
      </p:sp>
      <p:sp>
        <p:nvSpPr>
          <p:cNvPr id="698" name="Google Shape;698;p79"/>
          <p:cNvSpPr txBox="1"/>
          <p:nvPr/>
        </p:nvSpPr>
        <p:spPr>
          <a:xfrm>
            <a:off x="222250" y="780925"/>
            <a:ext cx="3567300" cy="42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Urbanist"/>
                <a:ea typeface="Urbanist"/>
                <a:cs typeface="Urbanist"/>
                <a:sym typeface="Urbanist"/>
              </a:rPr>
              <a:t>Один із найпоширеніших брокерів повідомлень</a:t>
            </a:r>
            <a:endParaRPr sz="1600">
              <a:solidFill>
                <a:schemeClr val="lt1"/>
              </a:solidFill>
              <a:latin typeface="Urbanist"/>
              <a:ea typeface="Urbanist"/>
              <a:cs typeface="Urbanist"/>
              <a:sym typeface="Urbanist"/>
            </a:endParaRPr>
          </a:p>
          <a:p>
            <a:pPr indent="0" lvl="0" marL="457200" rtl="0" algn="l">
              <a:spcBef>
                <a:spcPts val="0"/>
              </a:spcBef>
              <a:spcAft>
                <a:spcPts val="0"/>
              </a:spcAft>
              <a:buNone/>
            </a:pPr>
            <a:r>
              <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lang="en" sz="1600">
                <a:solidFill>
                  <a:schemeClr val="lt1"/>
                </a:solidFill>
                <a:latin typeface="Urbanist"/>
                <a:ea typeface="Urbanist"/>
                <a:cs typeface="Urbanist"/>
                <a:sym typeface="Urbanist"/>
              </a:rPr>
              <a:t>Система функціонує наступним чином:</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t/>
            </a:r>
            <a:endParaRPr>
              <a:solidFill>
                <a:schemeClr val="lt1"/>
              </a:solidFill>
              <a:latin typeface="Urbanist"/>
              <a:ea typeface="Urbanist"/>
              <a:cs typeface="Urbanist"/>
              <a:sym typeface="Urbanist"/>
            </a:endParaRPr>
          </a:p>
          <a:p>
            <a:pPr indent="0" lvl="0" marL="0" rtl="0" algn="l">
              <a:spcBef>
                <a:spcPts val="0"/>
              </a:spcBef>
              <a:spcAft>
                <a:spcPts val="0"/>
              </a:spcAft>
              <a:buNone/>
            </a:pPr>
            <a:r>
              <a:rPr lang="en">
                <a:solidFill>
                  <a:schemeClr val="lt1"/>
                </a:solidFill>
                <a:latin typeface="Urbanist"/>
                <a:ea typeface="Urbanist"/>
                <a:cs typeface="Urbanist"/>
                <a:sym typeface="Urbanist"/>
              </a:rPr>
              <a:t>1. Producer створює повідомлення та надсилає його до обміну</a:t>
            </a:r>
            <a:endParaRPr>
              <a:solidFill>
                <a:schemeClr val="lt1"/>
              </a:solidFill>
              <a:latin typeface="Urbanist"/>
              <a:ea typeface="Urbanist"/>
              <a:cs typeface="Urbanist"/>
              <a:sym typeface="Urbanist"/>
            </a:endParaRPr>
          </a:p>
          <a:p>
            <a:pPr indent="0" lvl="0" marL="0" rtl="0" algn="l">
              <a:spcBef>
                <a:spcPts val="0"/>
              </a:spcBef>
              <a:spcAft>
                <a:spcPts val="0"/>
              </a:spcAft>
              <a:buNone/>
            </a:pPr>
            <a:r>
              <a:rPr lang="en">
                <a:solidFill>
                  <a:schemeClr val="lt1"/>
                </a:solidFill>
                <a:latin typeface="Urbanist"/>
                <a:ea typeface="Urbanist"/>
                <a:cs typeface="Urbanist"/>
                <a:sym typeface="Urbanist"/>
              </a:rPr>
              <a:t>2. Exchange отримує повідомлення та маршрутизує його до черг, підписаних на нього</a:t>
            </a:r>
            <a:endParaRPr>
              <a:solidFill>
                <a:schemeClr val="lt1"/>
              </a:solidFill>
              <a:latin typeface="Urbanist"/>
              <a:ea typeface="Urbanist"/>
              <a:cs typeface="Urbanist"/>
              <a:sym typeface="Urbanist"/>
            </a:endParaRPr>
          </a:p>
          <a:p>
            <a:pPr indent="0" lvl="0" marL="0" rtl="0" algn="l">
              <a:spcBef>
                <a:spcPts val="0"/>
              </a:spcBef>
              <a:spcAft>
                <a:spcPts val="0"/>
              </a:spcAft>
              <a:buNone/>
            </a:pPr>
            <a:r>
              <a:rPr lang="en">
                <a:solidFill>
                  <a:schemeClr val="lt1"/>
                </a:solidFill>
                <a:latin typeface="Urbanist"/>
                <a:ea typeface="Urbanist"/>
                <a:cs typeface="Urbanist"/>
                <a:sym typeface="Urbanist"/>
              </a:rPr>
              <a:t>3. Consumer отримує повідомлення з тих черг, на які він/вона підписаний</a:t>
            </a:r>
            <a:endParaRPr>
              <a:solidFill>
                <a:schemeClr val="lt1"/>
              </a:solidFill>
              <a:latin typeface="Urbanist"/>
              <a:ea typeface="Urbanist"/>
              <a:cs typeface="Urbanist"/>
              <a:sym typeface="Urbanist"/>
            </a:endParaRPr>
          </a:p>
        </p:txBody>
      </p:sp>
      <p:pic>
        <p:nvPicPr>
          <p:cNvPr id="699" name="Google Shape;699;p79"/>
          <p:cNvPicPr preferRelativeResize="0"/>
          <p:nvPr/>
        </p:nvPicPr>
        <p:blipFill>
          <a:blip r:embed="rId3">
            <a:alphaModFix/>
          </a:blip>
          <a:stretch>
            <a:fillRect/>
          </a:stretch>
        </p:blipFill>
        <p:spPr>
          <a:xfrm>
            <a:off x="3789399" y="2770525"/>
            <a:ext cx="5354599" cy="2372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80"/>
          <p:cNvSpPr txBox="1"/>
          <p:nvPr>
            <p:ph idx="1" type="subTitle"/>
          </p:nvPr>
        </p:nvSpPr>
        <p:spPr>
          <a:xfrm>
            <a:off x="284700" y="207425"/>
            <a:ext cx="7087500" cy="657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b="1" lang="en" sz="1900">
                <a:latin typeface="Urbanist"/>
                <a:ea typeface="Urbanist"/>
                <a:cs typeface="Urbanist"/>
                <a:sym typeface="Urbanist"/>
              </a:rPr>
              <a:t>Apache Kafka</a:t>
            </a:r>
            <a:endParaRPr sz="1900"/>
          </a:p>
        </p:txBody>
      </p:sp>
      <p:sp>
        <p:nvSpPr>
          <p:cNvPr id="705" name="Google Shape;705;p80"/>
          <p:cNvSpPr txBox="1"/>
          <p:nvPr/>
        </p:nvSpPr>
        <p:spPr>
          <a:xfrm>
            <a:off x="222250" y="780925"/>
            <a:ext cx="3567300" cy="42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Urbanist"/>
                <a:ea typeface="Urbanist"/>
                <a:cs typeface="Urbanist"/>
                <a:sym typeface="Urbanist"/>
              </a:rPr>
              <a:t>Розроблена для великого обсягу повідомлень та потоків pub-sub, він має бути довговічним, швидким та масштабованим. </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lang="en" sz="1600">
                <a:solidFill>
                  <a:schemeClr val="lt1"/>
                </a:solidFill>
                <a:latin typeface="Urbanist"/>
                <a:ea typeface="Urbanist"/>
                <a:cs typeface="Urbanist"/>
                <a:sym typeface="Urbanist"/>
              </a:rPr>
              <a:t>Kafka надає довговічне сховище повідомлень, подібне до журналу, що працює в кластері серверів і зберігає потоки записів у категоріях, які називаються topic.</a:t>
            </a:r>
            <a:endParaRPr>
              <a:solidFill>
                <a:schemeClr val="lt1"/>
              </a:solidFill>
              <a:latin typeface="Urbanist"/>
              <a:ea typeface="Urbanist"/>
              <a:cs typeface="Urbanist"/>
              <a:sym typeface="Urbanist"/>
            </a:endParaRPr>
          </a:p>
        </p:txBody>
      </p:sp>
      <p:pic>
        <p:nvPicPr>
          <p:cNvPr id="706" name="Google Shape;706;p80"/>
          <p:cNvPicPr preferRelativeResize="0"/>
          <p:nvPr/>
        </p:nvPicPr>
        <p:blipFill>
          <a:blip r:embed="rId3">
            <a:alphaModFix/>
          </a:blip>
          <a:stretch>
            <a:fillRect/>
          </a:stretch>
        </p:blipFill>
        <p:spPr>
          <a:xfrm>
            <a:off x="4011752" y="2475749"/>
            <a:ext cx="5132250" cy="26677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81"/>
          <p:cNvSpPr txBox="1"/>
          <p:nvPr>
            <p:ph idx="1" type="subTitle"/>
          </p:nvPr>
        </p:nvSpPr>
        <p:spPr>
          <a:xfrm>
            <a:off x="284700" y="207425"/>
            <a:ext cx="7087500" cy="657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b="1" lang="en" sz="1900">
                <a:latin typeface="Urbanist"/>
                <a:ea typeface="Urbanist"/>
                <a:cs typeface="Urbanist"/>
                <a:sym typeface="Urbanist"/>
              </a:rPr>
              <a:t>Topics та Partitions: основи роботи Kafka</a:t>
            </a:r>
            <a:endParaRPr sz="1900"/>
          </a:p>
        </p:txBody>
      </p:sp>
      <p:sp>
        <p:nvSpPr>
          <p:cNvPr id="712" name="Google Shape;712;p81"/>
          <p:cNvSpPr txBox="1"/>
          <p:nvPr/>
        </p:nvSpPr>
        <p:spPr>
          <a:xfrm>
            <a:off x="222250" y="780925"/>
            <a:ext cx="8921700" cy="42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Urbanist"/>
                <a:ea typeface="Urbanist"/>
                <a:cs typeface="Urbanist"/>
                <a:sym typeface="Urbanist"/>
              </a:rPr>
              <a:t>Partition – основна одиниця зберігання даних усередині </a:t>
            </a:r>
            <a:r>
              <a:rPr lang="en" sz="1600">
                <a:solidFill>
                  <a:schemeClr val="lt1"/>
                </a:solidFill>
                <a:latin typeface="Urbanist"/>
                <a:ea typeface="Urbanist"/>
                <a:cs typeface="Urbanist"/>
                <a:sym typeface="Urbanist"/>
              </a:rPr>
              <a:t>топіка</a:t>
            </a:r>
            <a:r>
              <a:rPr lang="en" sz="1600">
                <a:solidFill>
                  <a:schemeClr val="lt1"/>
                </a:solidFill>
                <a:latin typeface="Urbanist"/>
                <a:ea typeface="Urbanist"/>
                <a:cs typeface="Urbanist"/>
                <a:sym typeface="Urbanist"/>
              </a:rPr>
              <a:t>. Кожен топік може містити кілька partition, що дозволяє розподіляти дані між різними брокерами і забезпечувати паралельну обробку.</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lang="en" sz="1600">
                <a:solidFill>
                  <a:schemeClr val="lt1"/>
                </a:solidFill>
                <a:latin typeface="Urbanist"/>
                <a:ea typeface="Urbanist"/>
                <a:cs typeface="Urbanist"/>
                <a:sym typeface="Urbanist"/>
              </a:rPr>
              <a:t>Partition є впорядкованим логом повідомлень, де кожне повідомлення отримує унікальний офсет — порядковий номер, який визначає його позицію в партиції.</a:t>
            </a:r>
            <a:endParaRPr sz="1600">
              <a:solidFill>
                <a:schemeClr val="lt1"/>
              </a:solidFill>
              <a:latin typeface="Urbanist"/>
              <a:ea typeface="Urbanist"/>
              <a:cs typeface="Urbanist"/>
              <a:sym typeface="Urbanist"/>
            </a:endParaRPr>
          </a:p>
        </p:txBody>
      </p:sp>
      <p:pic>
        <p:nvPicPr>
          <p:cNvPr id="713" name="Google Shape;713;p81"/>
          <p:cNvPicPr preferRelativeResize="0"/>
          <p:nvPr/>
        </p:nvPicPr>
        <p:blipFill>
          <a:blip r:embed="rId3">
            <a:alphaModFix/>
          </a:blip>
          <a:stretch>
            <a:fillRect/>
          </a:stretch>
        </p:blipFill>
        <p:spPr>
          <a:xfrm>
            <a:off x="680825" y="2409724"/>
            <a:ext cx="7782349" cy="2733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82"/>
          <p:cNvSpPr txBox="1"/>
          <p:nvPr/>
        </p:nvSpPr>
        <p:spPr>
          <a:xfrm>
            <a:off x="0" y="0"/>
            <a:ext cx="7503300" cy="50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Urbanist"/>
                <a:ea typeface="Urbanist"/>
                <a:cs typeface="Urbanist"/>
                <a:sym typeface="Urbanist"/>
              </a:rPr>
              <a:t>package main</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import (</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	"context"</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	"log"</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	"github.com/segmentio/kafka-go"</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func main() {</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	ctx := context.Background()</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	writer := kafka.NewWriter(kafka.WriterConfig{</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		Brokers: []string{"localhost:9092"},</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		Topic:   "my-topic",</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	})</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	defer writer.Close()</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	err := writer.WriteMessages(ctx, kafka.Message{</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		Value: []byte("Hello, Kafka!"),</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	})</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	if err != nil {</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		log.Fatal("sender error:", err)</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	}</a:t>
            </a:r>
            <a:endParaRPr sz="1300">
              <a:solidFill>
                <a:schemeClr val="lt1"/>
              </a:solidFill>
              <a:latin typeface="Urbanist"/>
              <a:ea typeface="Urbanist"/>
              <a:cs typeface="Urbanist"/>
              <a:sym typeface="Urbanist"/>
            </a:endParaRPr>
          </a:p>
          <a:p>
            <a:pPr indent="0" lvl="0" marL="0" rtl="0" algn="l">
              <a:spcBef>
                <a:spcPts val="0"/>
              </a:spcBef>
              <a:spcAft>
                <a:spcPts val="0"/>
              </a:spcAft>
              <a:buNone/>
            </a:pPr>
            <a:r>
              <a:rPr lang="en" sz="1300">
                <a:solidFill>
                  <a:schemeClr val="lt1"/>
                </a:solidFill>
                <a:latin typeface="Urbanist"/>
                <a:ea typeface="Urbanist"/>
                <a:cs typeface="Urbanist"/>
                <a:sym typeface="Urbanist"/>
              </a:rPr>
              <a:t>}</a:t>
            </a:r>
            <a:endParaRPr sz="1300">
              <a:solidFill>
                <a:schemeClr val="lt1"/>
              </a:solidFill>
              <a:latin typeface="Urbanist"/>
              <a:ea typeface="Urbanist"/>
              <a:cs typeface="Urbanist"/>
              <a:sym typeface="Urbanis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83"/>
          <p:cNvSpPr txBox="1"/>
          <p:nvPr/>
        </p:nvSpPr>
        <p:spPr>
          <a:xfrm>
            <a:off x="24925" y="24925"/>
            <a:ext cx="8990700" cy="50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package main</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import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	"context"</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	"fmt"</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	"log"</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	"github.com/segmentio/kafka-go"</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func main()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	reader := kafka.NewReader(kafka.ReaderConfig{</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		Brokers: []string{"localhost:9092"},</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		Topic:   "my-topic",</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		GroupID: "my-groupID",</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	defer reader.Close()</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	msg, err := reader.ReadMessage(context.Background())</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	if err != nil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		log.Fatal("reader error:", err)</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	fmt.Println(string(msg.Value))</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a:t>
            </a:r>
            <a:endParaRPr sz="1200">
              <a:solidFill>
                <a:schemeClr val="lt1"/>
              </a:solidFill>
              <a:latin typeface="Urbanist"/>
              <a:ea typeface="Urbanist"/>
              <a:cs typeface="Urbanist"/>
              <a:sym typeface="Urbanis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84"/>
          <p:cNvSpPr txBox="1"/>
          <p:nvPr>
            <p:ph idx="1" type="subTitle"/>
          </p:nvPr>
        </p:nvSpPr>
        <p:spPr>
          <a:xfrm>
            <a:off x="284700" y="207425"/>
            <a:ext cx="7087500" cy="657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b="1" lang="en" sz="1900">
                <a:latin typeface="Urbanist"/>
                <a:ea typeface="Urbanist"/>
                <a:cs typeface="Urbanist"/>
                <a:sym typeface="Urbanist"/>
              </a:rPr>
              <a:t>Гарантії доставки в Kafka</a:t>
            </a:r>
            <a:endParaRPr sz="1900"/>
          </a:p>
        </p:txBody>
      </p:sp>
      <p:sp>
        <p:nvSpPr>
          <p:cNvPr id="729" name="Google Shape;729;p84"/>
          <p:cNvSpPr txBox="1"/>
          <p:nvPr/>
        </p:nvSpPr>
        <p:spPr>
          <a:xfrm>
            <a:off x="222250" y="780925"/>
            <a:ext cx="8444700" cy="42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Urbanist"/>
                <a:ea typeface="Urbanist"/>
                <a:cs typeface="Urbanist"/>
                <a:sym typeface="Urbanist"/>
              </a:rPr>
              <a:t>At most once</a:t>
            </a:r>
            <a:endParaRPr b="1" sz="1600">
              <a:solidFill>
                <a:schemeClr val="lt1"/>
              </a:solidFill>
              <a:latin typeface="Urbanist"/>
              <a:ea typeface="Urbanist"/>
              <a:cs typeface="Urbanist"/>
              <a:sym typeface="Urbanist"/>
            </a:endParaRPr>
          </a:p>
          <a:p>
            <a:pPr indent="0" lvl="0" marL="0" rtl="0" algn="l">
              <a:spcBef>
                <a:spcPts val="0"/>
              </a:spcBef>
              <a:spcAft>
                <a:spcPts val="0"/>
              </a:spcAft>
              <a:buNone/>
            </a:pPr>
            <a:r>
              <a:rPr lang="en" sz="1600">
                <a:solidFill>
                  <a:schemeClr val="lt1"/>
                </a:solidFill>
                <a:latin typeface="Urbanist"/>
                <a:ea typeface="Urbanist"/>
                <a:cs typeface="Urbanist"/>
                <a:sym typeface="Urbanist"/>
              </a:rPr>
              <a:t>Буде доставлено не більше одного разу. </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At least once</a:t>
            </a:r>
            <a:endParaRPr b="1" sz="1600">
              <a:solidFill>
                <a:schemeClr val="lt1"/>
              </a:solidFill>
              <a:latin typeface="Urbanist"/>
              <a:ea typeface="Urbanist"/>
              <a:cs typeface="Urbanist"/>
              <a:sym typeface="Urbanist"/>
            </a:endParaRPr>
          </a:p>
          <a:p>
            <a:pPr indent="0" lvl="0" marL="0" rtl="0" algn="l">
              <a:spcBef>
                <a:spcPts val="0"/>
              </a:spcBef>
              <a:spcAft>
                <a:spcPts val="0"/>
              </a:spcAft>
              <a:buNone/>
            </a:pPr>
            <a:r>
              <a:rPr lang="en" sz="1600">
                <a:solidFill>
                  <a:schemeClr val="lt1"/>
                </a:solidFill>
                <a:latin typeface="Urbanist"/>
                <a:ea typeface="Urbanist"/>
                <a:cs typeface="Urbanist"/>
                <a:sym typeface="Urbanist"/>
              </a:rPr>
              <a:t>Буде доставлено щонайменше один раз. С</a:t>
            </a:r>
            <a:r>
              <a:rPr lang="en" sz="1600">
                <a:solidFill>
                  <a:schemeClr val="lt1"/>
                </a:solidFill>
                <a:latin typeface="Urbanist"/>
                <a:ea typeface="Urbanist"/>
                <a:cs typeface="Urbanist"/>
                <a:sym typeface="Urbanist"/>
              </a:rPr>
              <a:t>тандартна поведінка Kafka.</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t/>
            </a:r>
            <a:endParaRPr sz="1600">
              <a:solidFill>
                <a:schemeClr val="lt1"/>
              </a:solidFill>
              <a:latin typeface="Urbanist"/>
              <a:ea typeface="Urbanist"/>
              <a:cs typeface="Urbanist"/>
              <a:sym typeface="Urbanist"/>
            </a:endParaRPr>
          </a:p>
          <a:p>
            <a:pPr indent="0" lvl="0" marL="0" rtl="0" algn="l">
              <a:spcBef>
                <a:spcPts val="0"/>
              </a:spcBef>
              <a:spcAft>
                <a:spcPts val="0"/>
              </a:spcAft>
              <a:buNone/>
            </a:pPr>
            <a:r>
              <a:rPr b="1" lang="en" sz="1600">
                <a:solidFill>
                  <a:schemeClr val="lt1"/>
                </a:solidFill>
                <a:latin typeface="Urbanist"/>
                <a:ea typeface="Urbanist"/>
                <a:cs typeface="Urbanist"/>
                <a:sym typeface="Urbanist"/>
              </a:rPr>
              <a:t>Exactly once</a:t>
            </a:r>
            <a:endParaRPr b="1" sz="1600">
              <a:solidFill>
                <a:schemeClr val="lt1"/>
              </a:solidFill>
              <a:latin typeface="Urbanist"/>
              <a:ea typeface="Urbanist"/>
              <a:cs typeface="Urbanist"/>
              <a:sym typeface="Urbanist"/>
            </a:endParaRPr>
          </a:p>
          <a:p>
            <a:pPr indent="0" lvl="0" marL="0" rtl="0" algn="l">
              <a:spcBef>
                <a:spcPts val="0"/>
              </a:spcBef>
              <a:spcAft>
                <a:spcPts val="0"/>
              </a:spcAft>
              <a:buNone/>
            </a:pPr>
            <a:r>
              <a:rPr lang="en" sz="1600">
                <a:solidFill>
                  <a:schemeClr val="lt1"/>
                </a:solidFill>
                <a:latin typeface="Urbanist"/>
                <a:ea typeface="Urbanist"/>
                <a:cs typeface="Urbanist"/>
                <a:sym typeface="Urbanist"/>
              </a:rPr>
              <a:t>Буде доставлено рівно один раз. </a:t>
            </a:r>
            <a:endParaRPr sz="1600">
              <a:solidFill>
                <a:schemeClr val="lt1"/>
              </a:solidFill>
              <a:latin typeface="Urbanist"/>
              <a:ea typeface="Urbanist"/>
              <a:cs typeface="Urbanist"/>
              <a:sym typeface="Urbanis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 Project timeline/workflow presentation [Style 1] ">
  <a:themeElements>
    <a:clrScheme name="Google Colours">
      <a:dk1>
        <a:srgbClr val="292D3E"/>
      </a:dk1>
      <a:lt1>
        <a:srgbClr val="FFFFFF"/>
      </a:lt1>
      <a:dk2>
        <a:srgbClr val="F1F2DF"/>
      </a:dk2>
      <a:lt2>
        <a:srgbClr val="666666"/>
      </a:lt2>
      <a:accent1>
        <a:srgbClr val="6D31FD"/>
      </a:accent1>
      <a:accent2>
        <a:srgbClr val="066B6B"/>
      </a:accent2>
      <a:accent3>
        <a:srgbClr val="FFDF5F"/>
      </a:accent3>
      <a:accent4>
        <a:srgbClr val="8289FF"/>
      </a:accent4>
      <a:accent5>
        <a:srgbClr val="FF8127"/>
      </a:accent5>
      <a:accent6>
        <a:srgbClr val="CAF38D"/>
      </a:accent6>
      <a:hlink>
        <a:srgbClr val="8289FF"/>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C1D243EF2E7C5548AF556C71036F0C98" ma:contentTypeVersion="7" ma:contentTypeDescription="Створення нового документа." ma:contentTypeScope="" ma:versionID="c1e7a70764e9deedbdf50c70e6e709c0">
  <xsd:schema xmlns:xsd="http://www.w3.org/2001/XMLSchema" xmlns:xs="http://www.w3.org/2001/XMLSchema" xmlns:p="http://schemas.microsoft.com/office/2006/metadata/properties" xmlns:ns2="8788ac0d-bd65-485f-9874-924f473dfe46" targetNamespace="http://schemas.microsoft.com/office/2006/metadata/properties" ma:root="true" ma:fieldsID="6f7e47f6259d727c285f800551ed2231" ns2:_="">
    <xsd:import namespace="8788ac0d-bd65-485f-9874-924f473dfe4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88ac0d-bd65-485f-9874-924f473dfe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вмісту"/>
        <xsd:element ref="dc:title" minOccurs="0" maxOccurs="1" ma:index="4" ma:displayName="Заголовок"/>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59B0DF2-7258-4BFF-913E-FD736D3977FC}"/>
</file>

<file path=customXml/itemProps2.xml><?xml version="1.0" encoding="utf-8"?>
<ds:datastoreItem xmlns:ds="http://schemas.openxmlformats.org/officeDocument/2006/customXml" ds:itemID="{97AD2FE5-1F92-49B2-ADDB-D471A9C56575}"/>
</file>

<file path=customXml/itemProps3.xml><?xml version="1.0" encoding="utf-8"?>
<ds:datastoreItem xmlns:ds="http://schemas.openxmlformats.org/officeDocument/2006/customXml" ds:itemID="{872079A0-C0B3-451B-9655-947408E4710B}"/>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0x010100C1D243EF2E7C5548AF556C71036F0C98</vt:lpwstr>
  </property>
</Properties>
</file>